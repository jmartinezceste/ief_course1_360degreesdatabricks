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0" r:id="rId2"/>
    <p:sldId id="274" r:id="rId3"/>
    <p:sldId id="275" r:id="rId4"/>
    <p:sldId id="276" r:id="rId5"/>
    <p:sldId id="277" r:id="rId6"/>
    <p:sldId id="256" r:id="rId7"/>
    <p:sldId id="278" r:id="rId8"/>
    <p:sldId id="282" r:id="rId9"/>
    <p:sldId id="283" r:id="rId10"/>
    <p:sldId id="279" r:id="rId11"/>
    <p:sldId id="281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E6E01-8152-4A2A-B076-1FEB18D3E2AD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1CCDE-4723-4995-BE44-3BF9696042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071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ee5cc475b_0_15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5ee5cc475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ee5cc475b_0_40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5ee5cc475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ee5cc475b_0_54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5ee5cc475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e5cc475b_0_63:notes"/>
          <p:cNvSpPr txBox="1">
            <a:spLocks noGrp="1"/>
          </p:cNvSpPr>
          <p:nvPr>
            <p:ph type="body" idx="1"/>
          </p:nvPr>
        </p:nvSpPr>
        <p:spPr>
          <a:xfrm>
            <a:off x="679450" y="4776788"/>
            <a:ext cx="5438700" cy="3908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5ee5cc475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8E091-E43C-F7CA-5E9E-DD20C4D70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9D6BA5-52ED-5D6D-2764-D39D180CB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B4E31-A1E3-5630-0E15-D5456850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272350-A523-ECB5-4F40-53A4C039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006481-B905-FCA0-E1E2-91580B89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566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F9C217-078D-C8DB-EF67-3E695D66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591B1C-3C48-4C2D-4703-0F251210D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5B66C6-FFA1-15C7-1176-7A9B1EAC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7B9E0-B37E-77F9-B759-2FDCEA12B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E84334-C8E5-34FB-B366-BB71EE5D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263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67F77-012B-B367-60F9-32A546F4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27D0E0-6E41-52AD-9215-A651F552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66BDC9-BC15-A5A9-E6A2-B6D2DC78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C9B5C4-B612-F7BF-80E2-C9685DE64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7A2D4A-1339-CA75-0317-78563012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335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050E9-E96A-5B59-1F6C-6765FB0C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02451C-1009-D2B6-4863-FDCAB8813F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4BB175-BB03-DA75-1DC6-F039B1F9C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754830-BC4E-B663-B29B-18E2F77E6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56672F-9A2A-DA42-267F-2B17979B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AFE0A4-D58F-B7B6-B800-F77F571D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316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B2DE5-2333-1759-E791-438A593EC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FD5603-DADD-6C55-1D50-6381DB04F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7C031D-30E5-10D8-3498-9060C0F56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8A08613-49FF-324C-2DF5-3AD4F4156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234C84B-D135-1CA2-9C9B-80BA24545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BA3F350-9634-0CBE-E28B-F9AE2044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E752CD-AC5D-77AD-5236-E17A05F5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45B470-4DB7-C1B0-8FE5-936456D2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555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CBD265-76D5-2CEA-0E3C-78C92D73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509088-E4C4-5251-CD2C-BD1F5D834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D4F82B-5080-5143-DCEB-16173447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C85115-0E4B-3AB8-6FDE-1C661767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305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4F96F-6712-BAE8-462F-D04E8E8B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B09FDF-195D-FED2-9F47-94BCAF07E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CEB949-6C79-02F8-D61A-5E5CACB6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67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CF6E8-E529-DC28-C906-A365AEB2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8C7F5C-79D1-FF1E-49D8-E5AD7655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01EB8-B0C1-D217-8C8B-D3164242F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E46647-8BFE-61F8-B6A9-94E5A1BFE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58348B-031D-E70A-5F70-C026F991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42BE20-B066-2ED9-AE6E-F5547AEF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03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51B83-BFD2-D388-5E2D-D7D6DA1F9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3E77C4-8A09-C55F-59F1-20220D051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0F6D75-37A0-2476-A0CE-50EB0B24F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B17BCE-604C-FD49-7798-FDEEBD29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942784-0712-BE51-62D0-C15F1E12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B12BC6A-46D9-7FE2-2D97-F71DEC03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9878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D4453-A95F-239B-5DF3-B605E2C8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66EFD1-328E-300B-B0E2-44514BF35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E0AB2-C3C4-FF08-BEE2-8CAA4427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DD342-D477-7453-519A-1765A213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9D8B94-C9EB-7DC4-6F2C-15253426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799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47428B-F8E5-420B-5F12-E77BF4B51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FB9EB6-9FE0-8669-B21D-15FDE6E5B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7EF534-B94D-61C1-C6D1-3CCE443A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0FA0C-2197-F2DB-035F-EA6D57C45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0505EA-2281-7376-7EBF-C7D9FDE4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779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313E622-8B38-8BEA-5FCC-B718B5BA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7FB6E4-AB5E-FE1B-AC88-936668C6F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2242DE-81D5-B303-1311-42CA4F47F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D64EB-E19D-4BED-B428-FA061CDD0C0E}" type="datetimeFigureOut">
              <a:rPr lang="es-ES" smtClean="0"/>
              <a:t>23/11/2025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62C761-63D9-5AF4-AE3E-21F663948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3A9FA2-0DFD-6243-1283-257C28E86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6ED373-F968-42F9-B08E-CCCC7140338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466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26F5230-4B0B-9C0B-CABB-8A3431A6A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43000"/>
            <a:ext cx="9144000" cy="4114800"/>
          </a:xfrm>
        </p:spPr>
        <p:txBody>
          <a:bodyPr>
            <a:normAutofit/>
          </a:bodyPr>
          <a:lstStyle/>
          <a:p>
            <a:pPr marL="457200" indent="-457200" algn="l">
              <a:buAutoNum type="arabicPeriod"/>
            </a:pPr>
            <a:r>
              <a:rPr lang="es-ES" dirty="0" err="1"/>
              <a:t>Databricks</a:t>
            </a:r>
            <a:endParaRPr lang="es-ES" dirty="0"/>
          </a:p>
          <a:p>
            <a:pPr marL="914400" lvl="1" indent="-457200" algn="l">
              <a:buAutoNum type="arabicPeriod"/>
            </a:pPr>
            <a:r>
              <a:rPr lang="es-ES" dirty="0"/>
              <a:t>Claves de la Plataforma</a:t>
            </a:r>
          </a:p>
          <a:p>
            <a:pPr marL="914400" lvl="1" indent="-457200" algn="l">
              <a:buAutoNum type="arabicPeriod"/>
            </a:pPr>
            <a:r>
              <a:rPr lang="es-ES" dirty="0" err="1"/>
              <a:t>Databricks</a:t>
            </a:r>
            <a:r>
              <a:rPr lang="es-ES" dirty="0"/>
              <a:t> como Data </a:t>
            </a:r>
            <a:r>
              <a:rPr lang="es-ES" dirty="0" err="1"/>
              <a:t>Lakehouse</a:t>
            </a:r>
            <a:endParaRPr lang="es-ES" dirty="0"/>
          </a:p>
          <a:p>
            <a:pPr marL="914400" lvl="1" indent="-457200" algn="l">
              <a:buAutoNum type="arabicPeriod"/>
            </a:pPr>
            <a:r>
              <a:rPr lang="es-ES" dirty="0"/>
              <a:t>Ecosistema de Datos</a:t>
            </a:r>
          </a:p>
          <a:p>
            <a:pPr marL="457200" indent="-457200" algn="l">
              <a:buAutoNum type="arabicPeriod"/>
            </a:pPr>
            <a:r>
              <a:rPr lang="es-ES" dirty="0" err="1"/>
              <a:t>Clusters</a:t>
            </a:r>
            <a:endParaRPr lang="es-ES" dirty="0"/>
          </a:p>
          <a:p>
            <a:pPr marL="914400" lvl="1" indent="-457200" algn="l">
              <a:buAutoNum type="arabicPeriod"/>
            </a:pPr>
            <a:r>
              <a:rPr lang="es-ES" dirty="0"/>
              <a:t>¿Qué es?</a:t>
            </a:r>
          </a:p>
          <a:p>
            <a:pPr marL="914400" lvl="1" indent="-457200" algn="l">
              <a:buAutoNum type="arabicPeriod"/>
            </a:pPr>
            <a:r>
              <a:rPr lang="es-ES" dirty="0"/>
              <a:t>Modos de Acceso</a:t>
            </a:r>
          </a:p>
          <a:p>
            <a:pPr marL="914400" lvl="1" indent="-457200" algn="l">
              <a:buAutoNum type="arabicPeriod"/>
            </a:pPr>
            <a:r>
              <a:rPr lang="es-ES" dirty="0"/>
              <a:t>Tipos de </a:t>
            </a:r>
            <a:r>
              <a:rPr lang="es-ES" dirty="0" err="1"/>
              <a:t>Clusters</a:t>
            </a:r>
            <a:endParaRPr lang="es-ES" dirty="0"/>
          </a:p>
          <a:p>
            <a:pPr marL="914400" lvl="1" indent="-457200" algn="l">
              <a:buAutoNum type="arabicPeriod"/>
            </a:pPr>
            <a:r>
              <a:rPr lang="es-ES" dirty="0"/>
              <a:t>Buenas Practicas</a:t>
            </a:r>
          </a:p>
          <a:p>
            <a:pPr marL="457200" indent="-457200" algn="l">
              <a:buAutoNum type="arabicPeriod"/>
            </a:pPr>
            <a:r>
              <a:rPr lang="es-ES" dirty="0"/>
              <a:t>Spark</a:t>
            </a:r>
          </a:p>
          <a:p>
            <a:pPr marL="914400" lvl="1" indent="-457200" algn="l">
              <a:buAutoNum type="arabicPeriod"/>
            </a:pPr>
            <a:r>
              <a:rPr lang="es-ES" dirty="0" err="1"/>
              <a:t>Intro</a:t>
            </a:r>
            <a:endParaRPr lang="es-ES" dirty="0"/>
          </a:p>
          <a:p>
            <a:pPr marL="914400" lvl="1" indent="-457200" algn="l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968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ee5cc475b_0_15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/>
              <a:t>Databricks</a:t>
            </a:r>
            <a:r>
              <a:rPr lang="es-ES">
                <a:solidFill>
                  <a:schemeClr val="accent1"/>
                </a:solidFill>
              </a:rPr>
              <a:t>| Fundamentales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75" name="Google Shape;275;g35ee5cc475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75" y="1545283"/>
            <a:ext cx="2263150" cy="1191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5ee5cc475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8576" y="1290001"/>
            <a:ext cx="1954625" cy="13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5ee5cc475b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6200" y="1744944"/>
            <a:ext cx="2263150" cy="10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5ee5cc475b_0_15"/>
          <p:cNvSpPr txBox="1"/>
          <p:nvPr/>
        </p:nvSpPr>
        <p:spPr>
          <a:xfrm>
            <a:off x="2243640" y="2783942"/>
            <a:ext cx="1536600" cy="18843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00025" indent="-109537">
              <a:buClr>
                <a:srgbClr val="323F4F"/>
              </a:buClr>
              <a:buSzPts val="1100"/>
              <a:buFont typeface="Arial"/>
              <a:buChar char="•"/>
            </a:pPr>
            <a:r>
              <a:rPr lang="es-ES" sz="11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Motor de procesamiento distribuido</a:t>
            </a:r>
            <a:endParaRPr sz="1100"/>
          </a:p>
          <a:p>
            <a:pPr marL="200025" indent="-39687">
              <a:buClr>
                <a:schemeClr val="lt1"/>
              </a:buClr>
              <a:buSzPts val="1400"/>
            </a:pPr>
            <a:endParaRPr sz="13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0025" indent="-109537">
              <a:buClr>
                <a:srgbClr val="323F4F"/>
              </a:buClr>
              <a:buSzPts val="1100"/>
              <a:buFont typeface="Arial"/>
              <a:buChar char="•"/>
            </a:pPr>
            <a:r>
              <a:rPr lang="es-E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Corazón de Databricks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ejecuta todo (ETL, SQL, ML, streaming…)</a:t>
            </a:r>
            <a:endParaRPr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5ee5cc475b_0_15"/>
          <p:cNvSpPr txBox="1"/>
          <p:nvPr/>
        </p:nvSpPr>
        <p:spPr>
          <a:xfrm>
            <a:off x="5287578" y="2783942"/>
            <a:ext cx="1536600" cy="18843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00025" indent="-96837">
              <a:buClr>
                <a:srgbClr val="323F4F"/>
              </a:buClr>
              <a:buSzPts val="900"/>
              <a:buFont typeface="Calibri"/>
              <a:buChar char="•"/>
            </a:pPr>
            <a:r>
              <a:rPr lang="es-ES" sz="11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Capa de almacenamiento transaccional sobre Spark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200025" indent="-39687">
              <a:buClr>
                <a:schemeClr val="lt1"/>
              </a:buClr>
              <a:buSzPts val="1400"/>
            </a:pP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0025" indent="-109537">
              <a:buClr>
                <a:srgbClr val="323F4F"/>
              </a:buClr>
              <a:buSzPts val="1100"/>
              <a:buFont typeface="Arial"/>
              <a:buChar char="•"/>
            </a:pPr>
            <a:r>
              <a:rPr lang="es-ES" sz="11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archivos confiable</a:t>
            </a:r>
            <a:r>
              <a:rPr lang="es-E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añade ACID, versionado, time travel</a:t>
            </a: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5ee5cc475b_0_15"/>
          <p:cNvSpPr txBox="1"/>
          <p:nvPr/>
        </p:nvSpPr>
        <p:spPr>
          <a:xfrm>
            <a:off x="8091203" y="2783942"/>
            <a:ext cx="1536600" cy="18843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00025" indent="-96837">
              <a:buClr>
                <a:srgbClr val="323F4F"/>
              </a:buClr>
              <a:buSzPts val="900"/>
              <a:buFont typeface="Calibri"/>
              <a:buChar char="•"/>
            </a:pPr>
            <a:r>
              <a:rPr lang="es-ES" sz="11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Plataforma de gestión del ciclo de vida del ML</a:t>
            </a:r>
            <a:br>
              <a:rPr lang="es-ES" sz="1100" dirty="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0025" indent="-109537">
              <a:buClr>
                <a:srgbClr val="323F4F"/>
              </a:buClr>
              <a:buSzPts val="1100"/>
              <a:buFont typeface="Arial"/>
              <a:buChar char="•"/>
            </a:pPr>
            <a:r>
              <a:rPr lang="es-ES" sz="11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Gestor de modelos ML</a:t>
            </a:r>
            <a:r>
              <a:rPr lang="es-E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tracking, experimentación, despliegue</a:t>
            </a:r>
            <a:endParaRPr sz="1100" dirty="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EE907F8-3214-D0DB-A3D4-430AD504DB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928" y="1440400"/>
            <a:ext cx="2263150" cy="1014646"/>
          </a:xfrm>
          <a:prstGeom prst="rect">
            <a:avLst/>
          </a:prstGeom>
        </p:spPr>
      </p:pic>
      <p:pic>
        <p:nvPicPr>
          <p:cNvPr id="7" name="Imagen 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3CCC971E-482A-2A1B-0FE0-BB62991CD4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890" y="5466388"/>
            <a:ext cx="2102000" cy="1183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5ee5cc475b_0_40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/>
              <a:t>Delta Lake</a:t>
            </a:r>
            <a:r>
              <a:rPr lang="es-ES">
                <a:solidFill>
                  <a:schemeClr val="accent1"/>
                </a:solidFill>
              </a:rPr>
              <a:t>| Data Warehouse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287" name="Google Shape;287;g35ee5cc475b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900" y="1173751"/>
            <a:ext cx="3787450" cy="427689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35ee5cc475b_0_40"/>
          <p:cNvSpPr txBox="1"/>
          <p:nvPr/>
        </p:nvSpPr>
        <p:spPr>
          <a:xfrm>
            <a:off x="7817050" y="1416400"/>
            <a:ext cx="2289600" cy="34869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b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 sz="1000">
              <a:solidFill>
                <a:schemeClr val="dk1"/>
              </a:solidFill>
            </a:endParaRPr>
          </a:p>
          <a:p>
            <a:pPr>
              <a:spcBef>
                <a:spcPts val="1200"/>
              </a:spcBef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✅Pros: 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Estructura clara y gobernabilidad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Ideal para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 y SQL tradicional</a:t>
            </a:r>
            <a:br>
              <a:rPr lang="es-ES" sz="1000" b="1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❌Cons: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Difícil manejar datos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estructurados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(audio, video, texto)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No está pensado para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ciencia de datos</a:t>
            </a:r>
            <a:b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Poco flexible ante grandes volúmenes o variedad de datos</a:t>
            </a: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e5cc475b_0_54"/>
          <p:cNvSpPr txBox="1"/>
          <p:nvPr/>
        </p:nvSpPr>
        <p:spPr>
          <a:xfrm>
            <a:off x="7871149" y="1578725"/>
            <a:ext cx="2289600" cy="35142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algn="ctr"/>
            <a:b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1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Data Lake</a:t>
            </a: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✅ Pros:</a:t>
            </a:r>
            <a:b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1. Escalable y económico (almacenamiento en bruto)</a:t>
            </a:r>
            <a:b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2. Acepta </a:t>
            </a:r>
            <a:r>
              <a:rPr lang="es-ES" sz="1000" b="1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cualquier tipo de datos</a:t>
            </a:r>
            <a: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 (estructurados o no)</a:t>
            </a:r>
            <a:b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000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❌Cons: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control de calidad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puede volverse una "ciénaga de datos"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Bajo rendimiento para consultas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Mala integración con herramientas BI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No garantiza integridad ni transacciones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  <a:spcBef>
                <a:spcPts val="1200"/>
              </a:spcBef>
            </a:pP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5ee5cc475b_0_54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/>
              <a:t>Delta Lake</a:t>
            </a:r>
            <a:r>
              <a:rPr lang="es-ES" dirty="0">
                <a:solidFill>
                  <a:schemeClr val="accent1"/>
                </a:solidFill>
              </a:rPr>
              <a:t>| Data Lake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296" name="Google Shape;296;g35ee5cc475b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975" y="1090750"/>
            <a:ext cx="3869600" cy="44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ee5cc475b_0_63"/>
          <p:cNvSpPr txBox="1"/>
          <p:nvPr/>
        </p:nvSpPr>
        <p:spPr>
          <a:xfrm>
            <a:off x="2653500" y="4835775"/>
            <a:ext cx="6885000" cy="811500"/>
          </a:xfrm>
          <a:prstGeom prst="rect">
            <a:avLst/>
          </a:prstGeom>
          <a:solidFill>
            <a:schemeClr val="accent1">
              <a:alpha val="298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Lakehouse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la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evolución natural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que: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Une lo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Warehouse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(gobierno, fiabilidad, rendimiento)</a:t>
            </a:r>
            <a:b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 lo </a:t>
            </a:r>
            <a:r>
              <a:rPr lang="es-ES" sz="1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 del Data Lake</a:t>
            </a:r>
            <a:r>
              <a:rPr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(flexibilidad, diversidad, escalabilidad)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15000"/>
              </a:lnSpc>
            </a:pPr>
            <a:endParaRPr sz="11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5ee5cc475b_0_63"/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/>
              <a:t>Delta Lake</a:t>
            </a:r>
            <a:r>
              <a:rPr lang="es-ES">
                <a:solidFill>
                  <a:schemeClr val="accent1"/>
                </a:solidFill>
              </a:rPr>
              <a:t>| Data Lakehouse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04" name="Google Shape;304;g35ee5cc475b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9438" y="1217626"/>
            <a:ext cx="7193124" cy="30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65D657-1A33-5E52-7A15-905F0F68831D}"/>
              </a:ext>
            </a:extLst>
          </p:cNvPr>
          <p:cNvSpPr/>
          <p:nvPr/>
        </p:nvSpPr>
        <p:spPr>
          <a:xfrm>
            <a:off x="1610816" y="3920608"/>
            <a:ext cx="8970368" cy="79208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Modern Data </a:t>
            </a:r>
            <a:r>
              <a:rPr lang="es-ES" sz="1600" dirty="0" err="1"/>
              <a:t>Ecosistem</a:t>
            </a:r>
            <a:endParaRPr lang="es-ES" sz="16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6AB4533-B371-E57F-5983-DADBF9F4C25C}"/>
              </a:ext>
            </a:extLst>
          </p:cNvPr>
          <p:cNvSpPr/>
          <p:nvPr/>
        </p:nvSpPr>
        <p:spPr>
          <a:xfrm>
            <a:off x="1610816" y="2315602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ETLs</a:t>
            </a:r>
            <a:endParaRPr lang="es-ES" sz="16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D971373-4487-49C7-E2F1-24C3393BC6ED}"/>
              </a:ext>
            </a:extLst>
          </p:cNvPr>
          <p:cNvSpPr/>
          <p:nvPr/>
        </p:nvSpPr>
        <p:spPr>
          <a:xfrm>
            <a:off x="3144684" y="2315602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/>
              <a:t>Data </a:t>
            </a:r>
            <a:r>
              <a:rPr lang="es-ES" sz="1600" dirty="0" err="1"/>
              <a:t>Warehouse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83412B4-2574-5317-2292-87C049E2CF60}"/>
              </a:ext>
            </a:extLst>
          </p:cNvPr>
          <p:cNvSpPr/>
          <p:nvPr/>
        </p:nvSpPr>
        <p:spPr>
          <a:xfrm>
            <a:off x="4678552" y="2315602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/>
              <a:t>BI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2F95259-7ECF-599E-56F7-FC6D60EFA1D9}"/>
              </a:ext>
            </a:extLst>
          </p:cNvPr>
          <p:cNvSpPr/>
          <p:nvPr/>
        </p:nvSpPr>
        <p:spPr>
          <a:xfrm>
            <a:off x="6212420" y="2315602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/>
              <a:t>Cloud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0C50565-4B8F-02A6-AA75-B4A6E74A6CDD}"/>
              </a:ext>
            </a:extLst>
          </p:cNvPr>
          <p:cNvSpPr/>
          <p:nvPr/>
        </p:nvSpPr>
        <p:spPr>
          <a:xfrm>
            <a:off x="7746288" y="2315602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/>
              <a:t>IA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0FBC1F-1B13-7E24-E3AE-FE981BCE447A}"/>
              </a:ext>
            </a:extLst>
          </p:cNvPr>
          <p:cNvSpPr/>
          <p:nvPr/>
        </p:nvSpPr>
        <p:spPr>
          <a:xfrm>
            <a:off x="9280156" y="2315602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Governance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13910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BDE07CA8-0623-C9E6-84FF-E8342EFE2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93" y="1004071"/>
            <a:ext cx="4667243" cy="4351338"/>
          </a:xfrm>
        </p:spPr>
      </p:pic>
    </p:spTree>
    <p:extLst>
      <p:ext uri="{BB962C8B-B14F-4D97-AF65-F5344CB8AC3E}">
        <p14:creationId xmlns:p14="http://schemas.microsoft.com/office/powerpoint/2010/main" val="251991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ángulo: esquinas redondeadas 176">
            <a:extLst>
              <a:ext uri="{FF2B5EF4-FFF2-40B4-BE49-F238E27FC236}">
                <a16:creationId xmlns:a16="http://schemas.microsoft.com/office/drawing/2014/main" id="{4D84B106-53AC-9A3D-9CBB-4712BAD17585}"/>
              </a:ext>
            </a:extLst>
          </p:cNvPr>
          <p:cNvSpPr/>
          <p:nvPr/>
        </p:nvSpPr>
        <p:spPr>
          <a:xfrm>
            <a:off x="1468963" y="429051"/>
            <a:ext cx="8427720" cy="5897880"/>
          </a:xfrm>
          <a:prstGeom prst="roundRect">
            <a:avLst>
              <a:gd name="adj" fmla="val 96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47AD0C-194F-F56D-88B8-AD26436F0753}"/>
              </a:ext>
            </a:extLst>
          </p:cNvPr>
          <p:cNvSpPr/>
          <p:nvPr/>
        </p:nvSpPr>
        <p:spPr>
          <a:xfrm>
            <a:off x="5325743" y="1086898"/>
            <a:ext cx="714163" cy="3572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Montserrat" panose="00000500000000000000" pitchFamily="2" charset="0"/>
              </a:rPr>
              <a:t>Driver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832691-DAC5-6799-57DF-2061D7A6A11E}"/>
              </a:ext>
            </a:extLst>
          </p:cNvPr>
          <p:cNvSpPr/>
          <p:nvPr/>
        </p:nvSpPr>
        <p:spPr>
          <a:xfrm>
            <a:off x="4377264" y="1816413"/>
            <a:ext cx="2611120" cy="3572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>
                <a:solidFill>
                  <a:schemeClr val="tx1"/>
                </a:solidFill>
                <a:latin typeface="Montserrat" panose="00000500000000000000" pitchFamily="2" charset="0"/>
              </a:rPr>
              <a:t>Cluster</a:t>
            </a:r>
            <a:r>
              <a:rPr lang="es-ES" sz="1100" dirty="0">
                <a:solidFill>
                  <a:schemeClr val="tx1"/>
                </a:solidFill>
                <a:latin typeface="Montserrat" panose="00000500000000000000" pitchFamily="2" charset="0"/>
              </a:rPr>
              <a:t> Manager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3B43463-780B-B49B-94F3-B28BA14C557B}"/>
              </a:ext>
            </a:extLst>
          </p:cNvPr>
          <p:cNvGrpSpPr/>
          <p:nvPr/>
        </p:nvGrpSpPr>
        <p:grpSpPr>
          <a:xfrm>
            <a:off x="5444151" y="2462501"/>
            <a:ext cx="484149" cy="352346"/>
            <a:chOff x="4658644" y="3338619"/>
            <a:chExt cx="484148" cy="352346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1268E0F-B436-1B3D-4206-A03A2083CCA3}"/>
                </a:ext>
              </a:extLst>
            </p:cNvPr>
            <p:cNvSpPr/>
            <p:nvPr/>
          </p:nvSpPr>
          <p:spPr>
            <a:xfrm>
              <a:off x="4721304" y="3338619"/>
              <a:ext cx="352346" cy="35234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454BDEE0-2B02-A892-8078-B84B49F912B1}"/>
                </a:ext>
              </a:extLst>
            </p:cNvPr>
            <p:cNvSpPr txBox="1"/>
            <p:nvPr/>
          </p:nvSpPr>
          <p:spPr>
            <a:xfrm>
              <a:off x="4658644" y="3386316"/>
              <a:ext cx="484148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DAG</a:t>
              </a:r>
              <a:endParaRPr lang="es-E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520F1BDA-A63A-D407-5590-0DD58C06A667}"/>
              </a:ext>
            </a:extLst>
          </p:cNvPr>
          <p:cNvGrpSpPr/>
          <p:nvPr/>
        </p:nvGrpSpPr>
        <p:grpSpPr>
          <a:xfrm>
            <a:off x="2187133" y="3543269"/>
            <a:ext cx="2082413" cy="2578708"/>
            <a:chOff x="2209993" y="3543269"/>
            <a:chExt cx="2082413" cy="2578708"/>
          </a:xfrm>
        </p:grpSpPr>
        <p:sp>
          <p:nvSpPr>
            <p:cNvPr id="93" name="Rectángulo: esquinas redondeadas 92">
              <a:extLst>
                <a:ext uri="{FF2B5EF4-FFF2-40B4-BE49-F238E27FC236}">
                  <a16:creationId xmlns:a16="http://schemas.microsoft.com/office/drawing/2014/main" id="{EF0C4A12-80A5-FEBF-7018-0747DB3E07D3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atin typeface="Montserrat" panose="00000500000000000000" pitchFamily="2" charset="0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23DE5054-DE1F-DA97-281A-957B532B3845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C902A90-A745-91F2-0BF0-3CE2DE07B0AD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11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11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C3595CA2-87C4-272E-E5BF-D61F5D389FBC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AA77E767-E93E-81FF-DB7C-CE897BEA3FBA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5DE2AD7-E377-4567-870C-C0074D9BE022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3D5A89F7-13B4-851F-178D-239799DD6887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9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F6F71706-CE9A-D4C4-B2F5-0CD7DCAB7CDE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21" name="Grupo 20">
                    <a:extLst>
                      <a:ext uri="{FF2B5EF4-FFF2-40B4-BE49-F238E27FC236}">
                        <a16:creationId xmlns:a16="http://schemas.microsoft.com/office/drawing/2014/main" id="{975DBA19-8128-FD12-0742-7112567C4099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" name="Rectángulo 13">
                      <a:extLst>
                        <a:ext uri="{FF2B5EF4-FFF2-40B4-BE49-F238E27FC236}">
                          <a16:creationId xmlns:a16="http://schemas.microsoft.com/office/drawing/2014/main" id="{FD1DBCAF-CE22-E6D5-C759-FF6C8CC7B3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0" name="CuadroTexto 19">
                      <a:extLst>
                        <a:ext uri="{FF2B5EF4-FFF2-40B4-BE49-F238E27FC236}">
                          <a16:creationId xmlns:a16="http://schemas.microsoft.com/office/drawing/2014/main" id="{80A0748A-70B6-621F-C7C2-43360D19FB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1742EC0E-E37D-299F-1E20-2CF7E528203F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3" name="Rectángulo 22">
                      <a:extLst>
                        <a:ext uri="{FF2B5EF4-FFF2-40B4-BE49-F238E27FC236}">
                          <a16:creationId xmlns:a16="http://schemas.microsoft.com/office/drawing/2014/main" id="{31663F29-9D77-C651-676C-C2C0B2C735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4" name="CuadroTexto 23">
                      <a:extLst>
                        <a:ext uri="{FF2B5EF4-FFF2-40B4-BE49-F238E27FC236}">
                          <a16:creationId xmlns:a16="http://schemas.microsoft.com/office/drawing/2014/main" id="{3008A82B-922D-EE7A-5860-487A581153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5" name="Grupo 24">
                    <a:extLst>
                      <a:ext uri="{FF2B5EF4-FFF2-40B4-BE49-F238E27FC236}">
                        <a16:creationId xmlns:a16="http://schemas.microsoft.com/office/drawing/2014/main" id="{8ACB8DC5-5EE8-2D82-7A06-CF6A0D0A60F0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6" name="Rectángulo 25">
                      <a:extLst>
                        <a:ext uri="{FF2B5EF4-FFF2-40B4-BE49-F238E27FC236}">
                          <a16:creationId xmlns:a16="http://schemas.microsoft.com/office/drawing/2014/main" id="{96CF71C6-141B-33EC-265C-8E7564E80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B40EA711-FCC3-276E-4C57-A73DDBECD0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987BCD0B-4162-DB7C-7E0D-900099B1886D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30" name="Grupo 29">
                    <a:extLst>
                      <a:ext uri="{FF2B5EF4-FFF2-40B4-BE49-F238E27FC236}">
                        <a16:creationId xmlns:a16="http://schemas.microsoft.com/office/drawing/2014/main" id="{1B8F0331-8372-948A-11E4-56EED1349A07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7" name="Rectángulo 36">
                      <a:extLst>
                        <a:ext uri="{FF2B5EF4-FFF2-40B4-BE49-F238E27FC236}">
                          <a16:creationId xmlns:a16="http://schemas.microsoft.com/office/drawing/2014/main" id="{49D9315F-3287-9AA7-0422-66F5631157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02DDAFBC-E06A-47F8-E82F-35985ED983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1" name="Grupo 30">
                    <a:extLst>
                      <a:ext uri="{FF2B5EF4-FFF2-40B4-BE49-F238E27FC236}">
                        <a16:creationId xmlns:a16="http://schemas.microsoft.com/office/drawing/2014/main" id="{5852379A-2316-0720-C4D4-55140462878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5" name="Rectángulo 34">
                      <a:extLst>
                        <a:ext uri="{FF2B5EF4-FFF2-40B4-BE49-F238E27FC236}">
                          <a16:creationId xmlns:a16="http://schemas.microsoft.com/office/drawing/2014/main" id="{F7C7E86E-D251-8568-C142-6DAE448281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38DDEF42-D7C5-E585-927D-E7BF801330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9F538203-59AD-05DD-AAAA-2348A2C3451E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AF59DF45-7EDE-DCE4-8671-CDC6839D4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4" name="CuadroTexto 33">
                      <a:extLst>
                        <a:ext uri="{FF2B5EF4-FFF2-40B4-BE49-F238E27FC236}">
                          <a16:creationId xmlns:a16="http://schemas.microsoft.com/office/drawing/2014/main" id="{1EF7F39C-2C71-B38D-51FF-48028386E3E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AF7CDCB2-F709-F4B0-B2DE-87E55A05FC2C}"/>
                </a:ext>
              </a:extLst>
            </p:cNvPr>
            <p:cNvSpPr txBox="1"/>
            <p:nvPr/>
          </p:nvSpPr>
          <p:spPr>
            <a:xfrm>
              <a:off x="2893849" y="3605525"/>
              <a:ext cx="638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b="1" dirty="0" err="1"/>
                <a:t>Node</a:t>
              </a:r>
              <a:r>
                <a:rPr lang="es-ES" sz="1100" b="1" dirty="0"/>
                <a:t> 1</a:t>
              </a: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727C4FCE-0418-6F3E-EAAE-898DDB76F10D}"/>
              </a:ext>
            </a:extLst>
          </p:cNvPr>
          <p:cNvGrpSpPr/>
          <p:nvPr/>
        </p:nvGrpSpPr>
        <p:grpSpPr>
          <a:xfrm>
            <a:off x="4656703" y="3494896"/>
            <a:ext cx="2082413" cy="2578708"/>
            <a:chOff x="2209993" y="3543269"/>
            <a:chExt cx="2082413" cy="2578708"/>
          </a:xfrm>
        </p:grpSpPr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0FE003CF-2A36-B4E3-1635-FCDB1691CD0D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atin typeface="Montserrat" panose="00000500000000000000" pitchFamily="2" charset="0"/>
              </a:endParaRPr>
            </a:p>
          </p:txBody>
        </p:sp>
        <p:grpSp>
          <p:nvGrpSpPr>
            <p:cNvPr id="98" name="Grupo 97">
              <a:extLst>
                <a:ext uri="{FF2B5EF4-FFF2-40B4-BE49-F238E27FC236}">
                  <a16:creationId xmlns:a16="http://schemas.microsoft.com/office/drawing/2014/main" id="{3856695A-1B78-8A57-B569-43CD69B3776E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3676B91F-5B57-5CC8-A924-06E4143EB84E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11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11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02966A20-F4C5-3AB3-8E52-984E2BB72800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02" name="Rectángulo 101">
                  <a:extLst>
                    <a:ext uri="{FF2B5EF4-FFF2-40B4-BE49-F238E27FC236}">
                      <a16:creationId xmlns:a16="http://schemas.microsoft.com/office/drawing/2014/main" id="{79B0B42A-4A16-EBDD-06CA-1ADAEAE9F45A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3" name="Rectángulo 102">
                  <a:extLst>
                    <a:ext uri="{FF2B5EF4-FFF2-40B4-BE49-F238E27FC236}">
                      <a16:creationId xmlns:a16="http://schemas.microsoft.com/office/drawing/2014/main" id="{086D8797-6674-1EB1-E3B3-0790ACB356A1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4" name="Rectángulo 103">
                  <a:extLst>
                    <a:ext uri="{FF2B5EF4-FFF2-40B4-BE49-F238E27FC236}">
                      <a16:creationId xmlns:a16="http://schemas.microsoft.com/office/drawing/2014/main" id="{9D61B980-FD0F-EF22-6749-8B41D250AA31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9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05" name="Grupo 104">
                  <a:extLst>
                    <a:ext uri="{FF2B5EF4-FFF2-40B4-BE49-F238E27FC236}">
                      <a16:creationId xmlns:a16="http://schemas.microsoft.com/office/drawing/2014/main" id="{AF345A21-8F09-E143-0EEA-5C9F3DA488A1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16" name="Grupo 115">
                    <a:extLst>
                      <a:ext uri="{FF2B5EF4-FFF2-40B4-BE49-F238E27FC236}">
                        <a16:creationId xmlns:a16="http://schemas.microsoft.com/office/drawing/2014/main" id="{1FBEDBF5-B1C3-5294-CD2D-E3F51366B74C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3" name="Rectángulo 122">
                      <a:extLst>
                        <a:ext uri="{FF2B5EF4-FFF2-40B4-BE49-F238E27FC236}">
                          <a16:creationId xmlns:a16="http://schemas.microsoft.com/office/drawing/2014/main" id="{3ACD2555-D44B-B982-7048-E4E528FB92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4" name="CuadroTexto 123">
                      <a:extLst>
                        <a:ext uri="{FF2B5EF4-FFF2-40B4-BE49-F238E27FC236}">
                          <a16:creationId xmlns:a16="http://schemas.microsoft.com/office/drawing/2014/main" id="{740F38A7-6D44-CAD6-0B4D-3F734002170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7" name="Grupo 116">
                    <a:extLst>
                      <a:ext uri="{FF2B5EF4-FFF2-40B4-BE49-F238E27FC236}">
                        <a16:creationId xmlns:a16="http://schemas.microsoft.com/office/drawing/2014/main" id="{151D69D2-6051-08B2-4E0C-4848921048A2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1" name="Rectángulo 120">
                      <a:extLst>
                        <a:ext uri="{FF2B5EF4-FFF2-40B4-BE49-F238E27FC236}">
                          <a16:creationId xmlns:a16="http://schemas.microsoft.com/office/drawing/2014/main" id="{62C28F68-C027-EA17-32C5-101EF5DA76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2" name="CuadroTexto 121">
                      <a:extLst>
                        <a:ext uri="{FF2B5EF4-FFF2-40B4-BE49-F238E27FC236}">
                          <a16:creationId xmlns:a16="http://schemas.microsoft.com/office/drawing/2014/main" id="{6CB309F6-AEB3-713C-D25E-5CC93705D9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8" name="Grupo 117">
                    <a:extLst>
                      <a:ext uri="{FF2B5EF4-FFF2-40B4-BE49-F238E27FC236}">
                        <a16:creationId xmlns:a16="http://schemas.microsoft.com/office/drawing/2014/main" id="{8B3F9403-6E73-7474-9C44-356E747B25FC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9" name="Rectángulo 118">
                      <a:extLst>
                        <a:ext uri="{FF2B5EF4-FFF2-40B4-BE49-F238E27FC236}">
                          <a16:creationId xmlns:a16="http://schemas.microsoft.com/office/drawing/2014/main" id="{3176C2B6-0075-0E2D-8317-1208AB14A6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0" name="CuadroTexto 119">
                      <a:extLst>
                        <a:ext uri="{FF2B5EF4-FFF2-40B4-BE49-F238E27FC236}">
                          <a16:creationId xmlns:a16="http://schemas.microsoft.com/office/drawing/2014/main" id="{751A51D0-058A-B27A-4ED5-CC6AF4BFAB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06" name="Grupo 105">
                  <a:extLst>
                    <a:ext uri="{FF2B5EF4-FFF2-40B4-BE49-F238E27FC236}">
                      <a16:creationId xmlns:a16="http://schemas.microsoft.com/office/drawing/2014/main" id="{BD8F3F5E-FFC1-B949-117B-DA022B63E149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07" name="Grupo 106">
                    <a:extLst>
                      <a:ext uri="{FF2B5EF4-FFF2-40B4-BE49-F238E27FC236}">
                        <a16:creationId xmlns:a16="http://schemas.microsoft.com/office/drawing/2014/main" id="{66367DC3-F31D-BFB1-7E1B-861D3CB0E23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4" name="Rectángulo 113">
                      <a:extLst>
                        <a:ext uri="{FF2B5EF4-FFF2-40B4-BE49-F238E27FC236}">
                          <a16:creationId xmlns:a16="http://schemas.microsoft.com/office/drawing/2014/main" id="{4686807A-ECE5-329E-9557-0B09C10FD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5" name="CuadroTexto 114">
                      <a:extLst>
                        <a:ext uri="{FF2B5EF4-FFF2-40B4-BE49-F238E27FC236}">
                          <a16:creationId xmlns:a16="http://schemas.microsoft.com/office/drawing/2014/main" id="{8D035C86-DC1E-830B-3CE3-08B5B11271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8" name="Grupo 107">
                    <a:extLst>
                      <a:ext uri="{FF2B5EF4-FFF2-40B4-BE49-F238E27FC236}">
                        <a16:creationId xmlns:a16="http://schemas.microsoft.com/office/drawing/2014/main" id="{C247693B-7676-8883-EAA2-DDB00C918967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2" name="Rectángulo 111">
                      <a:extLst>
                        <a:ext uri="{FF2B5EF4-FFF2-40B4-BE49-F238E27FC236}">
                          <a16:creationId xmlns:a16="http://schemas.microsoft.com/office/drawing/2014/main" id="{659D4DCE-5AC4-0C29-9BBE-ED0AEA857C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3" name="CuadroTexto 112">
                      <a:extLst>
                        <a:ext uri="{FF2B5EF4-FFF2-40B4-BE49-F238E27FC236}">
                          <a16:creationId xmlns:a16="http://schemas.microsoft.com/office/drawing/2014/main" id="{E1EFE100-9756-0044-60D6-4C5C39AB25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9" name="Grupo 108">
                    <a:extLst>
                      <a:ext uri="{FF2B5EF4-FFF2-40B4-BE49-F238E27FC236}">
                        <a16:creationId xmlns:a16="http://schemas.microsoft.com/office/drawing/2014/main" id="{9FE995D6-BC41-770A-605C-AC0018B4F3F8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0" name="Rectángulo 109">
                      <a:extLst>
                        <a:ext uri="{FF2B5EF4-FFF2-40B4-BE49-F238E27FC236}">
                          <a16:creationId xmlns:a16="http://schemas.microsoft.com/office/drawing/2014/main" id="{6EB30189-1BDD-5C6B-E521-DEE5D21C20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1" name="CuadroTexto 110">
                      <a:extLst>
                        <a:ext uri="{FF2B5EF4-FFF2-40B4-BE49-F238E27FC236}">
                          <a16:creationId xmlns:a16="http://schemas.microsoft.com/office/drawing/2014/main" id="{3F52DE46-B11D-47E3-0173-657A9CCCD6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A2C8672B-E367-70A4-7B9D-1EE6BCBA57EC}"/>
                </a:ext>
              </a:extLst>
            </p:cNvPr>
            <p:cNvSpPr txBox="1"/>
            <p:nvPr/>
          </p:nvSpPr>
          <p:spPr>
            <a:xfrm>
              <a:off x="2893849" y="3605525"/>
              <a:ext cx="638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b="1" dirty="0" err="1"/>
                <a:t>Node</a:t>
              </a:r>
              <a:r>
                <a:rPr lang="es-ES" sz="1100" b="1" dirty="0"/>
                <a:t> 2</a:t>
              </a: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FFBC34F7-BAD7-5750-3C97-54ABF19F1BE5}"/>
              </a:ext>
            </a:extLst>
          </p:cNvPr>
          <p:cNvGrpSpPr/>
          <p:nvPr/>
        </p:nvGrpSpPr>
        <p:grpSpPr>
          <a:xfrm>
            <a:off x="7125846" y="3515319"/>
            <a:ext cx="2082413" cy="2578708"/>
            <a:chOff x="2209993" y="3543269"/>
            <a:chExt cx="2082413" cy="2578708"/>
          </a:xfrm>
        </p:grpSpPr>
        <p:sp>
          <p:nvSpPr>
            <p:cNvPr id="126" name="Rectángulo: esquinas redondeadas 125">
              <a:extLst>
                <a:ext uri="{FF2B5EF4-FFF2-40B4-BE49-F238E27FC236}">
                  <a16:creationId xmlns:a16="http://schemas.microsoft.com/office/drawing/2014/main" id="{ED9DF123-493C-880F-0C3D-544BE22568CA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Montserrat" panose="00000500000000000000" pitchFamily="2" charset="0"/>
              </a:endParaRPr>
            </a:p>
          </p:txBody>
        </p:sp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6C087F3F-F8A0-A1B1-718A-63E403B73AC9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29" name="Rectángulo 128">
                <a:extLst>
                  <a:ext uri="{FF2B5EF4-FFF2-40B4-BE49-F238E27FC236}">
                    <a16:creationId xmlns:a16="http://schemas.microsoft.com/office/drawing/2014/main" id="{F86C2648-3D34-CD80-C42D-226DE2D50322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11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11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164F8884-2FDE-9ECB-0490-A22FA3ACF5FB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31" name="Rectángulo 130">
                  <a:extLst>
                    <a:ext uri="{FF2B5EF4-FFF2-40B4-BE49-F238E27FC236}">
                      <a16:creationId xmlns:a16="http://schemas.microsoft.com/office/drawing/2014/main" id="{174042BE-C0FA-BBCF-575F-AF25CCF07E1B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2" name="Rectángulo 131">
                  <a:extLst>
                    <a:ext uri="{FF2B5EF4-FFF2-40B4-BE49-F238E27FC236}">
                      <a16:creationId xmlns:a16="http://schemas.microsoft.com/office/drawing/2014/main" id="{236A509C-8D9E-8C5D-7590-9F0E914ECBC7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3" name="Rectángulo 132">
                  <a:extLst>
                    <a:ext uri="{FF2B5EF4-FFF2-40B4-BE49-F238E27FC236}">
                      <a16:creationId xmlns:a16="http://schemas.microsoft.com/office/drawing/2014/main" id="{CE6A8DEF-82E8-C3AE-B2F1-398D13B002BF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9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34" name="Grupo 133">
                  <a:extLst>
                    <a:ext uri="{FF2B5EF4-FFF2-40B4-BE49-F238E27FC236}">
                      <a16:creationId xmlns:a16="http://schemas.microsoft.com/office/drawing/2014/main" id="{7B2CD3A8-837F-9E80-10B0-0AE906DD32ED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45" name="Grupo 144">
                    <a:extLst>
                      <a:ext uri="{FF2B5EF4-FFF2-40B4-BE49-F238E27FC236}">
                        <a16:creationId xmlns:a16="http://schemas.microsoft.com/office/drawing/2014/main" id="{37B6EE9E-DA1F-7157-CF9B-D2161CDD2CE6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2" name="Rectángulo 151">
                      <a:extLst>
                        <a:ext uri="{FF2B5EF4-FFF2-40B4-BE49-F238E27FC236}">
                          <a16:creationId xmlns:a16="http://schemas.microsoft.com/office/drawing/2014/main" id="{4464CB89-7143-1127-8784-7CFE4839FF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3" name="CuadroTexto 152">
                      <a:extLst>
                        <a:ext uri="{FF2B5EF4-FFF2-40B4-BE49-F238E27FC236}">
                          <a16:creationId xmlns:a16="http://schemas.microsoft.com/office/drawing/2014/main" id="{8712602A-BA1A-3A17-13E5-E3ECA4F0FF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6" name="Grupo 145">
                    <a:extLst>
                      <a:ext uri="{FF2B5EF4-FFF2-40B4-BE49-F238E27FC236}">
                        <a16:creationId xmlns:a16="http://schemas.microsoft.com/office/drawing/2014/main" id="{0937F961-CB83-F1FF-15A0-E0B12DC3BEF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0" name="Rectángulo 149">
                      <a:extLst>
                        <a:ext uri="{FF2B5EF4-FFF2-40B4-BE49-F238E27FC236}">
                          <a16:creationId xmlns:a16="http://schemas.microsoft.com/office/drawing/2014/main" id="{DD4FC32E-E0C0-B713-EF1E-BE903EF261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1" name="CuadroTexto 150">
                      <a:extLst>
                        <a:ext uri="{FF2B5EF4-FFF2-40B4-BE49-F238E27FC236}">
                          <a16:creationId xmlns:a16="http://schemas.microsoft.com/office/drawing/2014/main" id="{950328CC-C8F7-22BC-9257-0FB0F120E6C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7" name="Grupo 146">
                    <a:extLst>
                      <a:ext uri="{FF2B5EF4-FFF2-40B4-BE49-F238E27FC236}">
                        <a16:creationId xmlns:a16="http://schemas.microsoft.com/office/drawing/2014/main" id="{B7D88832-BBF8-6875-2988-843D22BD5E72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8" name="Rectángulo 147">
                      <a:extLst>
                        <a:ext uri="{FF2B5EF4-FFF2-40B4-BE49-F238E27FC236}">
                          <a16:creationId xmlns:a16="http://schemas.microsoft.com/office/drawing/2014/main" id="{BF31A2C7-8ECA-31C6-2BC2-C0B53D71FD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9" name="CuadroTexto 148">
                      <a:extLst>
                        <a:ext uri="{FF2B5EF4-FFF2-40B4-BE49-F238E27FC236}">
                          <a16:creationId xmlns:a16="http://schemas.microsoft.com/office/drawing/2014/main" id="{6DB5C0A4-D6F8-247A-A25D-F514BF315F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35" name="Grupo 134">
                  <a:extLst>
                    <a:ext uri="{FF2B5EF4-FFF2-40B4-BE49-F238E27FC236}">
                      <a16:creationId xmlns:a16="http://schemas.microsoft.com/office/drawing/2014/main" id="{EE66D4D9-8E54-169B-986F-3E59F1867CE0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36" name="Grupo 135">
                    <a:extLst>
                      <a:ext uri="{FF2B5EF4-FFF2-40B4-BE49-F238E27FC236}">
                        <a16:creationId xmlns:a16="http://schemas.microsoft.com/office/drawing/2014/main" id="{39918AA2-D2DE-C674-4D13-71C8172C10BC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3" name="Rectángulo 142">
                      <a:extLst>
                        <a:ext uri="{FF2B5EF4-FFF2-40B4-BE49-F238E27FC236}">
                          <a16:creationId xmlns:a16="http://schemas.microsoft.com/office/drawing/2014/main" id="{8C4E563A-6CCD-FE28-509A-61F4DEB74A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4" name="CuadroTexto 143">
                      <a:extLst>
                        <a:ext uri="{FF2B5EF4-FFF2-40B4-BE49-F238E27FC236}">
                          <a16:creationId xmlns:a16="http://schemas.microsoft.com/office/drawing/2014/main" id="{093B5E43-FAEC-F094-184A-6F16BC034A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7" name="Grupo 136">
                    <a:extLst>
                      <a:ext uri="{FF2B5EF4-FFF2-40B4-BE49-F238E27FC236}">
                        <a16:creationId xmlns:a16="http://schemas.microsoft.com/office/drawing/2014/main" id="{BE4E2673-0700-FF23-408C-7D84064D70CD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1" name="Rectángulo 140">
                      <a:extLst>
                        <a:ext uri="{FF2B5EF4-FFF2-40B4-BE49-F238E27FC236}">
                          <a16:creationId xmlns:a16="http://schemas.microsoft.com/office/drawing/2014/main" id="{D4A51B3C-D984-7CEC-0226-99082133AF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2" name="CuadroTexto 141">
                      <a:extLst>
                        <a:ext uri="{FF2B5EF4-FFF2-40B4-BE49-F238E27FC236}">
                          <a16:creationId xmlns:a16="http://schemas.microsoft.com/office/drawing/2014/main" id="{E1B86CC1-74C4-2863-EFE6-E5C408FF4E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28CFC807-FE28-B345-A75E-B6B29567182A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39" name="Rectángulo 138">
                      <a:extLst>
                        <a:ext uri="{FF2B5EF4-FFF2-40B4-BE49-F238E27FC236}">
                          <a16:creationId xmlns:a16="http://schemas.microsoft.com/office/drawing/2014/main" id="{F54916A4-F6D7-E1AB-0BFB-A098FA65E5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0" name="CuadroTexto 139">
                      <a:extLst>
                        <a:ext uri="{FF2B5EF4-FFF2-40B4-BE49-F238E27FC236}">
                          <a16:creationId xmlns:a16="http://schemas.microsoft.com/office/drawing/2014/main" id="{D4AE4EDC-32E8-8909-07E1-5D6AB3A37D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F7C0D231-C6C3-CBE3-1C1A-FA3AF2991991}"/>
                </a:ext>
              </a:extLst>
            </p:cNvPr>
            <p:cNvSpPr txBox="1"/>
            <p:nvPr/>
          </p:nvSpPr>
          <p:spPr>
            <a:xfrm>
              <a:off x="2893849" y="3605525"/>
              <a:ext cx="638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b="1" dirty="0" err="1"/>
                <a:t>Node</a:t>
              </a:r>
              <a:r>
                <a:rPr lang="es-ES" sz="1100" b="1" dirty="0"/>
                <a:t> 3</a:t>
              </a:r>
            </a:p>
          </p:txBody>
        </p:sp>
      </p:grp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ED78DD9B-A54A-0178-08A4-E198CE243499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5682824" y="1444191"/>
            <a:ext cx="1" cy="37222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02F13161-CAE0-45E9-3090-E7C53574B32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682824" y="2173706"/>
            <a:ext cx="161" cy="28879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curvado 168">
            <a:extLst>
              <a:ext uri="{FF2B5EF4-FFF2-40B4-BE49-F238E27FC236}">
                <a16:creationId xmlns:a16="http://schemas.microsoft.com/office/drawing/2014/main" id="{E9E8B2E6-1C91-DC75-1FD7-650CDC86F22E}"/>
              </a:ext>
            </a:extLst>
          </p:cNvPr>
          <p:cNvCxnSpPr>
            <a:stCxn id="9" idx="4"/>
            <a:endCxn id="93" idx="0"/>
          </p:cNvCxnSpPr>
          <p:nvPr/>
        </p:nvCxnSpPr>
        <p:spPr>
          <a:xfrm rot="5400000">
            <a:off x="4091452" y="1951736"/>
            <a:ext cx="728422" cy="2454645"/>
          </a:xfrm>
          <a:prstGeom prst="curved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: curvado 169">
            <a:extLst>
              <a:ext uri="{FF2B5EF4-FFF2-40B4-BE49-F238E27FC236}">
                <a16:creationId xmlns:a16="http://schemas.microsoft.com/office/drawing/2014/main" id="{2D755040-496E-B590-F4D6-D21EF28BB876}"/>
              </a:ext>
            </a:extLst>
          </p:cNvPr>
          <p:cNvCxnSpPr>
            <a:cxnSpLocks/>
            <a:stCxn id="9" idx="4"/>
            <a:endCxn id="126" idx="0"/>
          </p:cNvCxnSpPr>
          <p:nvPr/>
        </p:nvCxnSpPr>
        <p:spPr>
          <a:xfrm rot="16200000" flipH="1">
            <a:off x="6574783" y="1923049"/>
            <a:ext cx="700472" cy="2484068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>
            <a:extLst>
              <a:ext uri="{FF2B5EF4-FFF2-40B4-BE49-F238E27FC236}">
                <a16:creationId xmlns:a16="http://schemas.microsoft.com/office/drawing/2014/main" id="{B17DBF4D-AB92-F9C5-8F4A-B14D8C1BD69C}"/>
              </a:ext>
            </a:extLst>
          </p:cNvPr>
          <p:cNvCxnSpPr>
            <a:cxnSpLocks/>
            <a:stCxn id="9" idx="4"/>
            <a:endCxn id="97" idx="0"/>
          </p:cNvCxnSpPr>
          <p:nvPr/>
        </p:nvCxnSpPr>
        <p:spPr>
          <a:xfrm>
            <a:off x="5682985" y="2814847"/>
            <a:ext cx="14925" cy="68004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FC27350F-F9BC-4595-8390-00F9FCEEF4A8}"/>
              </a:ext>
            </a:extLst>
          </p:cNvPr>
          <p:cNvSpPr txBox="1"/>
          <p:nvPr/>
        </p:nvSpPr>
        <p:spPr>
          <a:xfrm>
            <a:off x="5004977" y="484134"/>
            <a:ext cx="1309973" cy="3729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199666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B966E-06C1-3592-60A7-83C4AF00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ángulo: esquinas redondeadas 176">
            <a:extLst>
              <a:ext uri="{FF2B5EF4-FFF2-40B4-BE49-F238E27FC236}">
                <a16:creationId xmlns:a16="http://schemas.microsoft.com/office/drawing/2014/main" id="{5ED877EE-9DCC-E6EB-E726-5114AF94717D}"/>
              </a:ext>
            </a:extLst>
          </p:cNvPr>
          <p:cNvSpPr/>
          <p:nvPr/>
        </p:nvSpPr>
        <p:spPr>
          <a:xfrm>
            <a:off x="1468963" y="429051"/>
            <a:ext cx="8427720" cy="5897880"/>
          </a:xfrm>
          <a:prstGeom prst="roundRect">
            <a:avLst>
              <a:gd name="adj" fmla="val 80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438067-B4BB-607F-D2F3-E1655CC0C8D0}"/>
              </a:ext>
            </a:extLst>
          </p:cNvPr>
          <p:cNvSpPr/>
          <p:nvPr/>
        </p:nvSpPr>
        <p:spPr>
          <a:xfrm>
            <a:off x="5325743" y="1086898"/>
            <a:ext cx="714163" cy="3572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tx1"/>
                </a:solidFill>
                <a:latin typeface="Montserrat" panose="00000500000000000000" pitchFamily="2" charset="0"/>
              </a:rPr>
              <a:t>Driver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B5A28E-2EE5-6DF4-FAC7-B4D58F8FC3DF}"/>
              </a:ext>
            </a:extLst>
          </p:cNvPr>
          <p:cNvSpPr/>
          <p:nvPr/>
        </p:nvSpPr>
        <p:spPr>
          <a:xfrm>
            <a:off x="4377264" y="1816413"/>
            <a:ext cx="2611120" cy="3572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 err="1">
                <a:solidFill>
                  <a:schemeClr val="tx1"/>
                </a:solidFill>
                <a:latin typeface="Montserrat" panose="00000500000000000000" pitchFamily="2" charset="0"/>
              </a:rPr>
              <a:t>Cluster</a:t>
            </a:r>
            <a:r>
              <a:rPr lang="es-ES" sz="1100" dirty="0">
                <a:solidFill>
                  <a:schemeClr val="tx1"/>
                </a:solidFill>
                <a:latin typeface="Montserrat" panose="00000500000000000000" pitchFamily="2" charset="0"/>
              </a:rPr>
              <a:t> Manager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F185437-B591-CCC4-9895-1CD64580F185}"/>
              </a:ext>
            </a:extLst>
          </p:cNvPr>
          <p:cNvGrpSpPr/>
          <p:nvPr/>
        </p:nvGrpSpPr>
        <p:grpSpPr>
          <a:xfrm>
            <a:off x="5444151" y="2462501"/>
            <a:ext cx="484149" cy="352346"/>
            <a:chOff x="4658644" y="3338619"/>
            <a:chExt cx="484148" cy="352346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33055379-3315-2491-C0FC-E7ADC0D884DE}"/>
                </a:ext>
              </a:extLst>
            </p:cNvPr>
            <p:cNvSpPr/>
            <p:nvPr/>
          </p:nvSpPr>
          <p:spPr>
            <a:xfrm>
              <a:off x="4721304" y="3338619"/>
              <a:ext cx="352346" cy="352346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B82CACB2-627F-C9DC-B572-118407C462BE}"/>
                </a:ext>
              </a:extLst>
            </p:cNvPr>
            <p:cNvSpPr txBox="1"/>
            <p:nvPr/>
          </p:nvSpPr>
          <p:spPr>
            <a:xfrm>
              <a:off x="4658644" y="3386316"/>
              <a:ext cx="484148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1000" dirty="0">
                  <a:latin typeface="Montserrat" panose="00000500000000000000" pitchFamily="2" charset="0"/>
                </a:rPr>
                <a:t>DAG</a:t>
              </a:r>
              <a:endParaRPr lang="es-ES" sz="14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1768E478-AB31-56D5-3F21-7B50F7367438}"/>
              </a:ext>
            </a:extLst>
          </p:cNvPr>
          <p:cNvGrpSpPr/>
          <p:nvPr/>
        </p:nvGrpSpPr>
        <p:grpSpPr>
          <a:xfrm>
            <a:off x="2187133" y="3543269"/>
            <a:ext cx="2082413" cy="2578708"/>
            <a:chOff x="2209993" y="3543269"/>
            <a:chExt cx="2082413" cy="2578708"/>
          </a:xfrm>
        </p:grpSpPr>
        <p:sp>
          <p:nvSpPr>
            <p:cNvPr id="93" name="Rectángulo: esquinas redondeadas 92">
              <a:extLst>
                <a:ext uri="{FF2B5EF4-FFF2-40B4-BE49-F238E27FC236}">
                  <a16:creationId xmlns:a16="http://schemas.microsoft.com/office/drawing/2014/main" id="{A42B13E3-3008-08B1-5BDF-092C4C0F984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atin typeface="Montserrat" panose="00000500000000000000" pitchFamily="2" charset="0"/>
              </a:endParaRPr>
            </a:p>
          </p:txBody>
        </p:sp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0CCD447E-CAB4-498D-1E4E-901FB45417EA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E666B277-749E-EC62-FB55-DDA88D4FD789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11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11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C644A9DE-D765-D429-FBAA-57A1D492C364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789DA6E1-58DE-1B9D-50CE-5DD2AA71DA68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47C85B88-EBA4-04A0-AC8E-A1FB427541B3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Rectángulo 12">
                  <a:extLst>
                    <a:ext uri="{FF2B5EF4-FFF2-40B4-BE49-F238E27FC236}">
                      <a16:creationId xmlns:a16="http://schemas.microsoft.com/office/drawing/2014/main" id="{A6097D8A-65A9-80AE-5A78-D39701C45300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9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28" name="Grupo 27">
                  <a:extLst>
                    <a:ext uri="{FF2B5EF4-FFF2-40B4-BE49-F238E27FC236}">
                      <a16:creationId xmlns:a16="http://schemas.microsoft.com/office/drawing/2014/main" id="{8C7C3428-7D7F-E324-4760-EE3279EC1B8C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21" name="Grupo 20">
                    <a:extLst>
                      <a:ext uri="{FF2B5EF4-FFF2-40B4-BE49-F238E27FC236}">
                        <a16:creationId xmlns:a16="http://schemas.microsoft.com/office/drawing/2014/main" id="{1D1FC05B-1742-B57B-DC1A-A33A862D67A6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" name="Rectángulo 13">
                      <a:extLst>
                        <a:ext uri="{FF2B5EF4-FFF2-40B4-BE49-F238E27FC236}">
                          <a16:creationId xmlns:a16="http://schemas.microsoft.com/office/drawing/2014/main" id="{E585E0A3-9797-D92D-3FF0-0D74EB31D3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0" name="CuadroTexto 19">
                      <a:extLst>
                        <a:ext uri="{FF2B5EF4-FFF2-40B4-BE49-F238E27FC236}">
                          <a16:creationId xmlns:a16="http://schemas.microsoft.com/office/drawing/2014/main" id="{5DF2D21F-4223-291F-2CB8-98C49A5DE3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A2E5E468-3A7E-C4B9-5A79-0A3576513F0D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3" name="Rectángulo 22">
                      <a:extLst>
                        <a:ext uri="{FF2B5EF4-FFF2-40B4-BE49-F238E27FC236}">
                          <a16:creationId xmlns:a16="http://schemas.microsoft.com/office/drawing/2014/main" id="{070B5BED-83E6-866A-63D1-C23C7243D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4" name="CuadroTexto 23">
                      <a:extLst>
                        <a:ext uri="{FF2B5EF4-FFF2-40B4-BE49-F238E27FC236}">
                          <a16:creationId xmlns:a16="http://schemas.microsoft.com/office/drawing/2014/main" id="{110D0CA4-ADCD-1C94-05D4-0D13C1E045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25" name="Grupo 24">
                    <a:extLst>
                      <a:ext uri="{FF2B5EF4-FFF2-40B4-BE49-F238E27FC236}">
                        <a16:creationId xmlns:a16="http://schemas.microsoft.com/office/drawing/2014/main" id="{D95EBB3B-85B0-5529-A74A-0C4C9BD3BA4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26" name="Rectángulo 25">
                      <a:extLst>
                        <a:ext uri="{FF2B5EF4-FFF2-40B4-BE49-F238E27FC236}">
                          <a16:creationId xmlns:a16="http://schemas.microsoft.com/office/drawing/2014/main" id="{AF33ED7C-CB9F-58EB-6D0A-73D53F736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27" name="CuadroTexto 26">
                      <a:extLst>
                        <a:ext uri="{FF2B5EF4-FFF2-40B4-BE49-F238E27FC236}">
                          <a16:creationId xmlns:a16="http://schemas.microsoft.com/office/drawing/2014/main" id="{B2695410-32FB-DAFE-6DB7-823212F5BD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29" name="Grupo 28">
                  <a:extLst>
                    <a:ext uri="{FF2B5EF4-FFF2-40B4-BE49-F238E27FC236}">
                      <a16:creationId xmlns:a16="http://schemas.microsoft.com/office/drawing/2014/main" id="{2E50C6F6-F212-6ED4-D10A-9EC7047C74BF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30" name="Grupo 29">
                    <a:extLst>
                      <a:ext uri="{FF2B5EF4-FFF2-40B4-BE49-F238E27FC236}">
                        <a16:creationId xmlns:a16="http://schemas.microsoft.com/office/drawing/2014/main" id="{DF464356-9C55-8B0B-4220-922A5F43B5CA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7" name="Rectángulo 36">
                      <a:extLst>
                        <a:ext uri="{FF2B5EF4-FFF2-40B4-BE49-F238E27FC236}">
                          <a16:creationId xmlns:a16="http://schemas.microsoft.com/office/drawing/2014/main" id="{BE1B03C7-C220-34A6-60BB-DA0F417059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8" name="CuadroTexto 37">
                      <a:extLst>
                        <a:ext uri="{FF2B5EF4-FFF2-40B4-BE49-F238E27FC236}">
                          <a16:creationId xmlns:a16="http://schemas.microsoft.com/office/drawing/2014/main" id="{520F3B80-788B-4816-E200-A02D644080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1" name="Grupo 30">
                    <a:extLst>
                      <a:ext uri="{FF2B5EF4-FFF2-40B4-BE49-F238E27FC236}">
                        <a16:creationId xmlns:a16="http://schemas.microsoft.com/office/drawing/2014/main" id="{C5162904-F400-D5AA-7DE4-57F51B77C68A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5" name="Rectángulo 34">
                      <a:extLst>
                        <a:ext uri="{FF2B5EF4-FFF2-40B4-BE49-F238E27FC236}">
                          <a16:creationId xmlns:a16="http://schemas.microsoft.com/office/drawing/2014/main" id="{2A37B0AC-E1BB-5B6B-D4FF-5196520196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6" name="CuadroTexto 35">
                      <a:extLst>
                        <a:ext uri="{FF2B5EF4-FFF2-40B4-BE49-F238E27FC236}">
                          <a16:creationId xmlns:a16="http://schemas.microsoft.com/office/drawing/2014/main" id="{25C4AE04-7980-D250-5B94-23C4219499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32" name="Grupo 31">
                    <a:extLst>
                      <a:ext uri="{FF2B5EF4-FFF2-40B4-BE49-F238E27FC236}">
                        <a16:creationId xmlns:a16="http://schemas.microsoft.com/office/drawing/2014/main" id="{96306E2A-43B0-40BB-1868-B2F2BD755C84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33" name="Rectángulo 32">
                      <a:extLst>
                        <a:ext uri="{FF2B5EF4-FFF2-40B4-BE49-F238E27FC236}">
                          <a16:creationId xmlns:a16="http://schemas.microsoft.com/office/drawing/2014/main" id="{7C9F5924-1B2F-F88E-72DD-B2DCFC87B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34" name="CuadroTexto 33">
                      <a:extLst>
                        <a:ext uri="{FF2B5EF4-FFF2-40B4-BE49-F238E27FC236}">
                          <a16:creationId xmlns:a16="http://schemas.microsoft.com/office/drawing/2014/main" id="{D6E4C837-8A6B-4769-CA75-A8E961DC6A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DCCDB074-1EEE-6C2B-8D61-E72FA56B9F0E}"/>
                </a:ext>
              </a:extLst>
            </p:cNvPr>
            <p:cNvSpPr txBox="1"/>
            <p:nvPr/>
          </p:nvSpPr>
          <p:spPr>
            <a:xfrm>
              <a:off x="2893849" y="3605525"/>
              <a:ext cx="638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b="1" dirty="0" err="1"/>
                <a:t>Node</a:t>
              </a:r>
              <a:r>
                <a:rPr lang="es-ES" sz="1100" b="1" dirty="0"/>
                <a:t> 1</a:t>
              </a: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9C3F71A3-F5F5-BFDE-74A0-7B018B6290F3}"/>
              </a:ext>
            </a:extLst>
          </p:cNvPr>
          <p:cNvGrpSpPr/>
          <p:nvPr/>
        </p:nvGrpSpPr>
        <p:grpSpPr>
          <a:xfrm>
            <a:off x="4656703" y="3494896"/>
            <a:ext cx="2082413" cy="2578708"/>
            <a:chOff x="2209993" y="3543269"/>
            <a:chExt cx="2082413" cy="2578708"/>
          </a:xfrm>
        </p:grpSpPr>
        <p:sp>
          <p:nvSpPr>
            <p:cNvPr id="97" name="Rectángulo: esquinas redondeadas 96">
              <a:extLst>
                <a:ext uri="{FF2B5EF4-FFF2-40B4-BE49-F238E27FC236}">
                  <a16:creationId xmlns:a16="http://schemas.microsoft.com/office/drawing/2014/main" id="{FD0FE3A9-3D32-9461-3CCF-E15C2882B614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latin typeface="Montserrat" panose="00000500000000000000" pitchFamily="2" charset="0"/>
              </a:endParaRPr>
            </a:p>
          </p:txBody>
        </p:sp>
        <p:grpSp>
          <p:nvGrpSpPr>
            <p:cNvPr id="98" name="Grupo 97">
              <a:extLst>
                <a:ext uri="{FF2B5EF4-FFF2-40B4-BE49-F238E27FC236}">
                  <a16:creationId xmlns:a16="http://schemas.microsoft.com/office/drawing/2014/main" id="{8301A948-E25B-6C08-4BAF-968AC8EBFCB4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F827632B-051F-79E2-644A-CF8040928820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11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11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01" name="Grupo 100">
                <a:extLst>
                  <a:ext uri="{FF2B5EF4-FFF2-40B4-BE49-F238E27FC236}">
                    <a16:creationId xmlns:a16="http://schemas.microsoft.com/office/drawing/2014/main" id="{0C9DB96F-869C-1777-E764-0A4E38A54EF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02" name="Rectángulo 101">
                  <a:extLst>
                    <a:ext uri="{FF2B5EF4-FFF2-40B4-BE49-F238E27FC236}">
                      <a16:creationId xmlns:a16="http://schemas.microsoft.com/office/drawing/2014/main" id="{91D47418-ED4D-C413-0560-835C719FA47D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3" name="Rectángulo 102">
                  <a:extLst>
                    <a:ext uri="{FF2B5EF4-FFF2-40B4-BE49-F238E27FC236}">
                      <a16:creationId xmlns:a16="http://schemas.microsoft.com/office/drawing/2014/main" id="{F7045B3E-7751-223F-C54E-FFBC648E5EE2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4" name="Rectángulo 103">
                  <a:extLst>
                    <a:ext uri="{FF2B5EF4-FFF2-40B4-BE49-F238E27FC236}">
                      <a16:creationId xmlns:a16="http://schemas.microsoft.com/office/drawing/2014/main" id="{54428DBB-A670-2C5E-929C-C643A2477291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9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05" name="Grupo 104">
                  <a:extLst>
                    <a:ext uri="{FF2B5EF4-FFF2-40B4-BE49-F238E27FC236}">
                      <a16:creationId xmlns:a16="http://schemas.microsoft.com/office/drawing/2014/main" id="{6226E9FE-EA79-D9A2-7584-DE4C9D23CC92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16" name="Grupo 115">
                    <a:extLst>
                      <a:ext uri="{FF2B5EF4-FFF2-40B4-BE49-F238E27FC236}">
                        <a16:creationId xmlns:a16="http://schemas.microsoft.com/office/drawing/2014/main" id="{8BCF9EDB-05F0-1F0D-8963-C2071DF4124D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3" name="Rectángulo 122">
                      <a:extLst>
                        <a:ext uri="{FF2B5EF4-FFF2-40B4-BE49-F238E27FC236}">
                          <a16:creationId xmlns:a16="http://schemas.microsoft.com/office/drawing/2014/main" id="{994F1F49-1FCC-BA27-1166-0DDAFB916D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4" name="CuadroTexto 123">
                      <a:extLst>
                        <a:ext uri="{FF2B5EF4-FFF2-40B4-BE49-F238E27FC236}">
                          <a16:creationId xmlns:a16="http://schemas.microsoft.com/office/drawing/2014/main" id="{C740F4BA-CA9E-B858-CA70-FACDF0388A6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7" name="Grupo 116">
                    <a:extLst>
                      <a:ext uri="{FF2B5EF4-FFF2-40B4-BE49-F238E27FC236}">
                        <a16:creationId xmlns:a16="http://schemas.microsoft.com/office/drawing/2014/main" id="{EA13628D-F309-5082-9C9E-D9A9E8E961A1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21" name="Rectángulo 120">
                      <a:extLst>
                        <a:ext uri="{FF2B5EF4-FFF2-40B4-BE49-F238E27FC236}">
                          <a16:creationId xmlns:a16="http://schemas.microsoft.com/office/drawing/2014/main" id="{64DD196C-F06C-CDFB-1FC1-57637C8073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2" name="CuadroTexto 121">
                      <a:extLst>
                        <a:ext uri="{FF2B5EF4-FFF2-40B4-BE49-F238E27FC236}">
                          <a16:creationId xmlns:a16="http://schemas.microsoft.com/office/drawing/2014/main" id="{39B7C962-0483-7E68-AA01-56959505D1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18" name="Grupo 117">
                    <a:extLst>
                      <a:ext uri="{FF2B5EF4-FFF2-40B4-BE49-F238E27FC236}">
                        <a16:creationId xmlns:a16="http://schemas.microsoft.com/office/drawing/2014/main" id="{1EE2AB87-42E4-922C-CCBE-C4794A1BD8BE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9" name="Rectángulo 118">
                      <a:extLst>
                        <a:ext uri="{FF2B5EF4-FFF2-40B4-BE49-F238E27FC236}">
                          <a16:creationId xmlns:a16="http://schemas.microsoft.com/office/drawing/2014/main" id="{AF10BA9F-F7B8-6EE7-04C0-4B5103E804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20" name="CuadroTexto 119">
                      <a:extLst>
                        <a:ext uri="{FF2B5EF4-FFF2-40B4-BE49-F238E27FC236}">
                          <a16:creationId xmlns:a16="http://schemas.microsoft.com/office/drawing/2014/main" id="{76A48223-D483-80C2-7981-993DD74582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06" name="Grupo 105">
                  <a:extLst>
                    <a:ext uri="{FF2B5EF4-FFF2-40B4-BE49-F238E27FC236}">
                      <a16:creationId xmlns:a16="http://schemas.microsoft.com/office/drawing/2014/main" id="{ECDA9B9C-4A42-57F5-BC27-65AE50AD3EE0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07" name="Grupo 106">
                    <a:extLst>
                      <a:ext uri="{FF2B5EF4-FFF2-40B4-BE49-F238E27FC236}">
                        <a16:creationId xmlns:a16="http://schemas.microsoft.com/office/drawing/2014/main" id="{9CA18BD0-E2F6-8A21-0E75-BF98B70507E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4" name="Rectángulo 113">
                      <a:extLst>
                        <a:ext uri="{FF2B5EF4-FFF2-40B4-BE49-F238E27FC236}">
                          <a16:creationId xmlns:a16="http://schemas.microsoft.com/office/drawing/2014/main" id="{EC8958C8-6BBE-83A7-36B3-229313E758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5" name="CuadroTexto 114">
                      <a:extLst>
                        <a:ext uri="{FF2B5EF4-FFF2-40B4-BE49-F238E27FC236}">
                          <a16:creationId xmlns:a16="http://schemas.microsoft.com/office/drawing/2014/main" id="{9B8CAA05-05C4-232B-D497-4262991C81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8" name="Grupo 107">
                    <a:extLst>
                      <a:ext uri="{FF2B5EF4-FFF2-40B4-BE49-F238E27FC236}">
                        <a16:creationId xmlns:a16="http://schemas.microsoft.com/office/drawing/2014/main" id="{9210D093-E31B-88B4-7C37-8FF25D531C25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2" name="Rectángulo 111">
                      <a:extLst>
                        <a:ext uri="{FF2B5EF4-FFF2-40B4-BE49-F238E27FC236}">
                          <a16:creationId xmlns:a16="http://schemas.microsoft.com/office/drawing/2014/main" id="{1AB3EE95-8A8E-C0C7-2FE9-709E6882A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3" name="CuadroTexto 112">
                      <a:extLst>
                        <a:ext uri="{FF2B5EF4-FFF2-40B4-BE49-F238E27FC236}">
                          <a16:creationId xmlns:a16="http://schemas.microsoft.com/office/drawing/2014/main" id="{5A5EE639-B5AB-8729-5E1E-F3F3A7975B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09" name="Grupo 108">
                    <a:extLst>
                      <a:ext uri="{FF2B5EF4-FFF2-40B4-BE49-F238E27FC236}">
                        <a16:creationId xmlns:a16="http://schemas.microsoft.com/office/drawing/2014/main" id="{5B97DAAF-0446-749D-3DE5-7160886E6983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10" name="Rectángulo 109">
                      <a:extLst>
                        <a:ext uri="{FF2B5EF4-FFF2-40B4-BE49-F238E27FC236}">
                          <a16:creationId xmlns:a16="http://schemas.microsoft.com/office/drawing/2014/main" id="{82DE996B-3600-521E-C323-533BD7631B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11" name="CuadroTexto 110">
                      <a:extLst>
                        <a:ext uri="{FF2B5EF4-FFF2-40B4-BE49-F238E27FC236}">
                          <a16:creationId xmlns:a16="http://schemas.microsoft.com/office/drawing/2014/main" id="{D6515A5E-F5C6-816C-B3EF-3AA3FF1E9E1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3D6E962F-1958-3C5B-68BA-40D0811E3C61}"/>
                </a:ext>
              </a:extLst>
            </p:cNvPr>
            <p:cNvSpPr txBox="1"/>
            <p:nvPr/>
          </p:nvSpPr>
          <p:spPr>
            <a:xfrm>
              <a:off x="2893849" y="3605525"/>
              <a:ext cx="638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b="1" dirty="0" err="1"/>
                <a:t>Node</a:t>
              </a:r>
              <a:r>
                <a:rPr lang="es-ES" sz="1100" b="1" dirty="0"/>
                <a:t> 2</a:t>
              </a:r>
            </a:p>
          </p:txBody>
        </p:sp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3622C279-B623-FDFB-0D86-1811B0A377BD}"/>
              </a:ext>
            </a:extLst>
          </p:cNvPr>
          <p:cNvGrpSpPr/>
          <p:nvPr/>
        </p:nvGrpSpPr>
        <p:grpSpPr>
          <a:xfrm>
            <a:off x="7125846" y="3515319"/>
            <a:ext cx="2082413" cy="2578708"/>
            <a:chOff x="2209993" y="3543269"/>
            <a:chExt cx="2082413" cy="2578708"/>
          </a:xfrm>
        </p:grpSpPr>
        <p:sp>
          <p:nvSpPr>
            <p:cNvPr id="126" name="Rectángulo: esquinas redondeadas 125">
              <a:extLst>
                <a:ext uri="{FF2B5EF4-FFF2-40B4-BE49-F238E27FC236}">
                  <a16:creationId xmlns:a16="http://schemas.microsoft.com/office/drawing/2014/main" id="{F291049D-A327-0058-FD92-67B3BECF02B5}"/>
                </a:ext>
              </a:extLst>
            </p:cNvPr>
            <p:cNvSpPr/>
            <p:nvPr/>
          </p:nvSpPr>
          <p:spPr>
            <a:xfrm>
              <a:off x="2209993" y="3543269"/>
              <a:ext cx="2082413" cy="2578708"/>
            </a:xfrm>
            <a:prstGeom prst="roundRect">
              <a:avLst>
                <a:gd name="adj" fmla="val 14046"/>
              </a:avLst>
            </a:prstGeom>
            <a:solidFill>
              <a:schemeClr val="bg1">
                <a:lumMod val="85000"/>
              </a:schemeClr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latin typeface="Montserrat" panose="00000500000000000000" pitchFamily="2" charset="0"/>
              </a:endParaRPr>
            </a:p>
          </p:txBody>
        </p:sp>
        <p:grpSp>
          <p:nvGrpSpPr>
            <p:cNvPr id="127" name="Grupo 126">
              <a:extLst>
                <a:ext uri="{FF2B5EF4-FFF2-40B4-BE49-F238E27FC236}">
                  <a16:creationId xmlns:a16="http://schemas.microsoft.com/office/drawing/2014/main" id="{B5F8FD4C-8AA2-B135-BE78-1CC672F82E4F}"/>
                </a:ext>
              </a:extLst>
            </p:cNvPr>
            <p:cNvGrpSpPr/>
            <p:nvPr/>
          </p:nvGrpSpPr>
          <p:grpSpPr>
            <a:xfrm>
              <a:off x="2432050" y="3924300"/>
              <a:ext cx="1638300" cy="1968500"/>
              <a:chOff x="2432050" y="3924300"/>
              <a:chExt cx="1638300" cy="1968500"/>
            </a:xfrm>
          </p:grpSpPr>
          <p:sp>
            <p:nvSpPr>
              <p:cNvPr id="129" name="Rectángulo 128">
                <a:extLst>
                  <a:ext uri="{FF2B5EF4-FFF2-40B4-BE49-F238E27FC236}">
                    <a16:creationId xmlns:a16="http://schemas.microsoft.com/office/drawing/2014/main" id="{DAAEE780-CE5F-E3C6-D2E0-54394B6EC93D}"/>
                  </a:ext>
                </a:extLst>
              </p:cNvPr>
              <p:cNvSpPr/>
              <p:nvPr/>
            </p:nvSpPr>
            <p:spPr>
              <a:xfrm>
                <a:off x="2762250" y="3924300"/>
                <a:ext cx="1308100" cy="14351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s-ES" sz="1100" dirty="0" err="1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Executor</a:t>
                </a:r>
                <a:endParaRPr lang="es-ES" sz="1100" dirty="0">
                  <a:solidFill>
                    <a:schemeClr val="tx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9BFACC04-51A3-55D3-9FBB-D6AD0EBD4CA9}"/>
                  </a:ext>
                </a:extLst>
              </p:cNvPr>
              <p:cNvGrpSpPr/>
              <p:nvPr/>
            </p:nvGrpSpPr>
            <p:grpSpPr>
              <a:xfrm>
                <a:off x="2432050" y="4191000"/>
                <a:ext cx="1473200" cy="1701800"/>
                <a:chOff x="2432050" y="4191000"/>
                <a:chExt cx="1473200" cy="1701800"/>
              </a:xfrm>
            </p:grpSpPr>
            <p:sp>
              <p:nvSpPr>
                <p:cNvPr id="131" name="Rectángulo 130">
                  <a:extLst>
                    <a:ext uri="{FF2B5EF4-FFF2-40B4-BE49-F238E27FC236}">
                      <a16:creationId xmlns:a16="http://schemas.microsoft.com/office/drawing/2014/main" id="{66A56C7B-3BF4-1A16-0E05-5AF7CE7A3FA2}"/>
                    </a:ext>
                  </a:extLst>
                </p:cNvPr>
                <p:cNvSpPr/>
                <p:nvPr/>
              </p:nvSpPr>
              <p:spPr>
                <a:xfrm>
                  <a:off x="2597150" y="41910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2" name="Rectángulo 131">
                  <a:extLst>
                    <a:ext uri="{FF2B5EF4-FFF2-40B4-BE49-F238E27FC236}">
                      <a16:creationId xmlns:a16="http://schemas.microsoft.com/office/drawing/2014/main" id="{74163966-50F6-07A6-1848-738E01EACB18}"/>
                    </a:ext>
                  </a:extLst>
                </p:cNvPr>
                <p:cNvSpPr/>
                <p:nvPr/>
              </p:nvSpPr>
              <p:spPr>
                <a:xfrm>
                  <a:off x="2432050" y="4457700"/>
                  <a:ext cx="1308100" cy="14351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es-ES" sz="1100" dirty="0" err="1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Executor</a:t>
                  </a:r>
                  <a:endParaRPr lang="es-ES" sz="11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3" name="Rectángulo 132">
                  <a:extLst>
                    <a:ext uri="{FF2B5EF4-FFF2-40B4-BE49-F238E27FC236}">
                      <a16:creationId xmlns:a16="http://schemas.microsoft.com/office/drawing/2014/main" id="{776ACCC3-AA10-B815-0944-764054E89973}"/>
                    </a:ext>
                  </a:extLst>
                </p:cNvPr>
                <p:cNvSpPr/>
                <p:nvPr/>
              </p:nvSpPr>
              <p:spPr>
                <a:xfrm>
                  <a:off x="2597150" y="4819650"/>
                  <a:ext cx="889000" cy="15875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dirty="0">
                      <a:solidFill>
                        <a:schemeClr val="tx1"/>
                      </a:solidFill>
                      <a:latin typeface="Montserrat" panose="00000500000000000000" pitchFamily="2" charset="0"/>
                    </a:rPr>
                    <a:t>CACHE</a:t>
                  </a:r>
                  <a:endParaRPr lang="es-ES" sz="900" dirty="0">
                    <a:solidFill>
                      <a:schemeClr val="tx1"/>
                    </a:solidFill>
                    <a:latin typeface="Montserrat" panose="00000500000000000000" pitchFamily="2" charset="0"/>
                  </a:endParaRPr>
                </a:p>
              </p:txBody>
            </p:sp>
            <p:grpSp>
              <p:nvGrpSpPr>
                <p:cNvPr id="134" name="Grupo 133">
                  <a:extLst>
                    <a:ext uri="{FF2B5EF4-FFF2-40B4-BE49-F238E27FC236}">
                      <a16:creationId xmlns:a16="http://schemas.microsoft.com/office/drawing/2014/main" id="{06B5B93F-ABFB-827E-BA9D-405BF8093540}"/>
                    </a:ext>
                  </a:extLst>
                </p:cNvPr>
                <p:cNvGrpSpPr/>
                <p:nvPr/>
              </p:nvGrpSpPr>
              <p:grpSpPr>
                <a:xfrm>
                  <a:off x="2514195" y="5140295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45" name="Grupo 144">
                    <a:extLst>
                      <a:ext uri="{FF2B5EF4-FFF2-40B4-BE49-F238E27FC236}">
                        <a16:creationId xmlns:a16="http://schemas.microsoft.com/office/drawing/2014/main" id="{481CA0FA-0B03-204B-7D6F-359951005B32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2" name="Rectángulo 151">
                      <a:extLst>
                        <a:ext uri="{FF2B5EF4-FFF2-40B4-BE49-F238E27FC236}">
                          <a16:creationId xmlns:a16="http://schemas.microsoft.com/office/drawing/2014/main" id="{2A12C626-33BF-3B55-81B1-1525C1BC36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3" name="CuadroTexto 152">
                      <a:extLst>
                        <a:ext uri="{FF2B5EF4-FFF2-40B4-BE49-F238E27FC236}">
                          <a16:creationId xmlns:a16="http://schemas.microsoft.com/office/drawing/2014/main" id="{6A30D295-2D86-C6BE-CCDD-832460F2AF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6" name="Grupo 145">
                    <a:extLst>
                      <a:ext uri="{FF2B5EF4-FFF2-40B4-BE49-F238E27FC236}">
                        <a16:creationId xmlns:a16="http://schemas.microsoft.com/office/drawing/2014/main" id="{5B80FE46-E7E4-1A6D-0FB6-AFB8EFD06C1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50" name="Rectángulo 149">
                      <a:extLst>
                        <a:ext uri="{FF2B5EF4-FFF2-40B4-BE49-F238E27FC236}">
                          <a16:creationId xmlns:a16="http://schemas.microsoft.com/office/drawing/2014/main" id="{ED1C61BD-E933-CFC4-6A3F-FDEEEC89D7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51" name="CuadroTexto 150">
                      <a:extLst>
                        <a:ext uri="{FF2B5EF4-FFF2-40B4-BE49-F238E27FC236}">
                          <a16:creationId xmlns:a16="http://schemas.microsoft.com/office/drawing/2014/main" id="{8545B17F-06A3-530C-8BAF-F448D4E95E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47" name="Grupo 146">
                    <a:extLst>
                      <a:ext uri="{FF2B5EF4-FFF2-40B4-BE49-F238E27FC236}">
                        <a16:creationId xmlns:a16="http://schemas.microsoft.com/office/drawing/2014/main" id="{9EB2240F-DA5A-931B-CDAB-270805494C30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8" name="Rectángulo 147">
                      <a:extLst>
                        <a:ext uri="{FF2B5EF4-FFF2-40B4-BE49-F238E27FC236}">
                          <a16:creationId xmlns:a16="http://schemas.microsoft.com/office/drawing/2014/main" id="{96E7ABDF-0EE5-4147-B8BE-F6BDA62817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9" name="CuadroTexto 148">
                      <a:extLst>
                        <a:ext uri="{FF2B5EF4-FFF2-40B4-BE49-F238E27FC236}">
                          <a16:creationId xmlns:a16="http://schemas.microsoft.com/office/drawing/2014/main" id="{41985289-9D1B-4378-9331-53F2A66298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  <p:grpSp>
              <p:nvGrpSpPr>
                <p:cNvPr id="135" name="Grupo 134">
                  <a:extLst>
                    <a:ext uri="{FF2B5EF4-FFF2-40B4-BE49-F238E27FC236}">
                      <a16:creationId xmlns:a16="http://schemas.microsoft.com/office/drawing/2014/main" id="{F71A5E8F-96D3-AEA3-651E-B77E949026A8}"/>
                    </a:ext>
                  </a:extLst>
                </p:cNvPr>
                <p:cNvGrpSpPr/>
                <p:nvPr/>
              </p:nvGrpSpPr>
              <p:grpSpPr>
                <a:xfrm>
                  <a:off x="2512322" y="5411742"/>
                  <a:ext cx="1263735" cy="223882"/>
                  <a:chOff x="2514195" y="5140295"/>
                  <a:chExt cx="1263735" cy="223882"/>
                </a:xfrm>
              </p:grpSpPr>
              <p:grpSp>
                <p:nvGrpSpPr>
                  <p:cNvPr id="136" name="Grupo 135">
                    <a:extLst>
                      <a:ext uri="{FF2B5EF4-FFF2-40B4-BE49-F238E27FC236}">
                        <a16:creationId xmlns:a16="http://schemas.microsoft.com/office/drawing/2014/main" id="{80DD4AEA-AF67-8AE0-4653-C0F964D6F327}"/>
                      </a:ext>
                    </a:extLst>
                  </p:cNvPr>
                  <p:cNvGrpSpPr/>
                  <p:nvPr/>
                </p:nvGrpSpPr>
                <p:grpSpPr>
                  <a:xfrm>
                    <a:off x="2514195" y="5140295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3" name="Rectángulo 142">
                      <a:extLst>
                        <a:ext uri="{FF2B5EF4-FFF2-40B4-BE49-F238E27FC236}">
                          <a16:creationId xmlns:a16="http://schemas.microsoft.com/office/drawing/2014/main" id="{F37B32A4-51D8-0AC8-184C-46E237F5C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4" name="CuadroTexto 143">
                      <a:extLst>
                        <a:ext uri="{FF2B5EF4-FFF2-40B4-BE49-F238E27FC236}">
                          <a16:creationId xmlns:a16="http://schemas.microsoft.com/office/drawing/2014/main" id="{90BA6AE2-EEA3-B2C1-784D-D0AB6A176F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7" name="Grupo 136">
                    <a:extLst>
                      <a:ext uri="{FF2B5EF4-FFF2-40B4-BE49-F238E27FC236}">
                        <a16:creationId xmlns:a16="http://schemas.microsoft.com/office/drawing/2014/main" id="{6DB9956A-66C6-9DB7-37F1-C9625C4698DB}"/>
                      </a:ext>
                    </a:extLst>
                  </p:cNvPr>
                  <p:cNvGrpSpPr/>
                  <p:nvPr/>
                </p:nvGrpSpPr>
                <p:grpSpPr>
                  <a:xfrm>
                    <a:off x="2884522" y="5145072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41" name="Rectángulo 140">
                      <a:extLst>
                        <a:ext uri="{FF2B5EF4-FFF2-40B4-BE49-F238E27FC236}">
                          <a16:creationId xmlns:a16="http://schemas.microsoft.com/office/drawing/2014/main" id="{93D09399-BAB0-7A51-C3B0-4E686E72A2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2" name="CuadroTexto 141">
                      <a:extLst>
                        <a:ext uri="{FF2B5EF4-FFF2-40B4-BE49-F238E27FC236}">
                          <a16:creationId xmlns:a16="http://schemas.microsoft.com/office/drawing/2014/main" id="{CF19EF56-66E8-31B9-2482-D8A2864B408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  <p:grpSp>
                <p:nvGrpSpPr>
                  <p:cNvPr id="138" name="Grupo 137">
                    <a:extLst>
                      <a:ext uri="{FF2B5EF4-FFF2-40B4-BE49-F238E27FC236}">
                        <a16:creationId xmlns:a16="http://schemas.microsoft.com/office/drawing/2014/main" id="{D5A48EB2-096D-2802-D725-FA05651E3EE6}"/>
                      </a:ext>
                    </a:extLst>
                  </p:cNvPr>
                  <p:cNvGrpSpPr/>
                  <p:nvPr/>
                </p:nvGrpSpPr>
                <p:grpSpPr>
                  <a:xfrm>
                    <a:off x="3246152" y="5142683"/>
                    <a:ext cx="531778" cy="219105"/>
                    <a:chOff x="2514195" y="5140295"/>
                    <a:chExt cx="531778" cy="219105"/>
                  </a:xfrm>
                </p:grpSpPr>
                <p:sp>
                  <p:nvSpPr>
                    <p:cNvPr id="139" name="Rectángulo 138">
                      <a:extLst>
                        <a:ext uri="{FF2B5EF4-FFF2-40B4-BE49-F238E27FC236}">
                          <a16:creationId xmlns:a16="http://schemas.microsoft.com/office/drawing/2014/main" id="{A73FB2F5-00F9-7616-13F9-4FB8EF65DB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97150" y="5149850"/>
                      <a:ext cx="247650" cy="209550"/>
                    </a:xfrm>
                    <a:prstGeom prst="rect">
                      <a:avLst/>
                    </a:prstGeom>
                    <a:solidFill>
                      <a:srgbClr val="FFFFBD"/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s-ES" sz="7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</p:txBody>
                </p:sp>
                <p:sp>
                  <p:nvSpPr>
                    <p:cNvPr id="140" name="CuadroTexto 139">
                      <a:extLst>
                        <a:ext uri="{FF2B5EF4-FFF2-40B4-BE49-F238E27FC236}">
                          <a16:creationId xmlns:a16="http://schemas.microsoft.com/office/drawing/2014/main" id="{641026F4-DD2B-821A-6A3F-78AA6CC183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14195" y="5140295"/>
                      <a:ext cx="531778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>
                          <a:latin typeface="Montserrat" panose="00000500000000000000" pitchFamily="2" charset="0"/>
                        </a:rPr>
                        <a:t>TASK</a:t>
                      </a:r>
                      <a:endParaRPr lang="es-ES" sz="1050" dirty="0">
                        <a:latin typeface="Montserrat" panose="00000500000000000000" pitchFamily="2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28" name="CuadroTexto 127">
              <a:extLst>
                <a:ext uri="{FF2B5EF4-FFF2-40B4-BE49-F238E27FC236}">
                  <a16:creationId xmlns:a16="http://schemas.microsoft.com/office/drawing/2014/main" id="{871C343C-57FC-F1D6-CD00-7BD8A39C82E8}"/>
                </a:ext>
              </a:extLst>
            </p:cNvPr>
            <p:cNvSpPr txBox="1"/>
            <p:nvPr/>
          </p:nvSpPr>
          <p:spPr>
            <a:xfrm>
              <a:off x="2893849" y="3605525"/>
              <a:ext cx="638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b="1" dirty="0" err="1"/>
                <a:t>Node</a:t>
              </a:r>
              <a:r>
                <a:rPr lang="es-ES" sz="1100" b="1" dirty="0"/>
                <a:t> 3</a:t>
              </a:r>
            </a:p>
          </p:txBody>
        </p:sp>
      </p:grpSp>
      <p:cxnSp>
        <p:nvCxnSpPr>
          <p:cNvPr id="155" name="Conector recto de flecha 154">
            <a:extLst>
              <a:ext uri="{FF2B5EF4-FFF2-40B4-BE49-F238E27FC236}">
                <a16:creationId xmlns:a16="http://schemas.microsoft.com/office/drawing/2014/main" id="{CC672635-053A-B4E0-B41C-72692E8D1229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5682824" y="1444191"/>
            <a:ext cx="1" cy="37222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20084B3B-67B2-C3A9-72AF-8EDD20E8EE2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5682824" y="2173706"/>
            <a:ext cx="161" cy="28879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curvado 168">
            <a:extLst>
              <a:ext uri="{FF2B5EF4-FFF2-40B4-BE49-F238E27FC236}">
                <a16:creationId xmlns:a16="http://schemas.microsoft.com/office/drawing/2014/main" id="{6B2BADFD-32A8-E8D2-A1CA-938FB9C5D8BB}"/>
              </a:ext>
            </a:extLst>
          </p:cNvPr>
          <p:cNvCxnSpPr>
            <a:stCxn id="9" idx="4"/>
            <a:endCxn id="93" idx="0"/>
          </p:cNvCxnSpPr>
          <p:nvPr/>
        </p:nvCxnSpPr>
        <p:spPr>
          <a:xfrm rot="5400000">
            <a:off x="4091452" y="1951736"/>
            <a:ext cx="728422" cy="2454645"/>
          </a:xfrm>
          <a:prstGeom prst="curvedConnector3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ector: curvado 169">
            <a:extLst>
              <a:ext uri="{FF2B5EF4-FFF2-40B4-BE49-F238E27FC236}">
                <a16:creationId xmlns:a16="http://schemas.microsoft.com/office/drawing/2014/main" id="{29167F1D-5A6E-0DE7-7BFC-358A82905251}"/>
              </a:ext>
            </a:extLst>
          </p:cNvPr>
          <p:cNvCxnSpPr>
            <a:cxnSpLocks/>
            <a:stCxn id="9" idx="4"/>
            <a:endCxn id="126" idx="0"/>
          </p:cNvCxnSpPr>
          <p:nvPr/>
        </p:nvCxnSpPr>
        <p:spPr>
          <a:xfrm rot="16200000" flipH="1">
            <a:off x="6574783" y="1923049"/>
            <a:ext cx="700472" cy="2484068"/>
          </a:xfrm>
          <a:prstGeom prst="curved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>
            <a:extLst>
              <a:ext uri="{FF2B5EF4-FFF2-40B4-BE49-F238E27FC236}">
                <a16:creationId xmlns:a16="http://schemas.microsoft.com/office/drawing/2014/main" id="{D83F93FE-C4A6-C093-FDF3-4277953999AF}"/>
              </a:ext>
            </a:extLst>
          </p:cNvPr>
          <p:cNvCxnSpPr>
            <a:cxnSpLocks/>
            <a:stCxn id="9" idx="4"/>
            <a:endCxn id="97" idx="0"/>
          </p:cNvCxnSpPr>
          <p:nvPr/>
        </p:nvCxnSpPr>
        <p:spPr>
          <a:xfrm>
            <a:off x="5682985" y="2814847"/>
            <a:ext cx="14925" cy="68004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CuadroTexto 177">
            <a:extLst>
              <a:ext uri="{FF2B5EF4-FFF2-40B4-BE49-F238E27FC236}">
                <a16:creationId xmlns:a16="http://schemas.microsoft.com/office/drawing/2014/main" id="{39073C5A-B954-D9AE-6FAC-5C2891ACDE9E}"/>
              </a:ext>
            </a:extLst>
          </p:cNvPr>
          <p:cNvSpPr txBox="1"/>
          <p:nvPr/>
        </p:nvSpPr>
        <p:spPr>
          <a:xfrm>
            <a:off x="5004977" y="484134"/>
            <a:ext cx="1309973" cy="3729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Montserrat" panose="00000500000000000000" pitchFamily="2" charset="0"/>
              </a:rPr>
              <a:t>CLUSTER</a:t>
            </a:r>
          </a:p>
        </p:txBody>
      </p:sp>
      <p:grpSp>
        <p:nvGrpSpPr>
          <p:cNvPr id="182" name="Grupo 181">
            <a:extLst>
              <a:ext uri="{FF2B5EF4-FFF2-40B4-BE49-F238E27FC236}">
                <a16:creationId xmlns:a16="http://schemas.microsoft.com/office/drawing/2014/main" id="{46A979F1-D0CC-4E12-F7D3-7D986F30BA20}"/>
              </a:ext>
            </a:extLst>
          </p:cNvPr>
          <p:cNvGrpSpPr/>
          <p:nvPr/>
        </p:nvGrpSpPr>
        <p:grpSpPr>
          <a:xfrm>
            <a:off x="6596017" y="437570"/>
            <a:ext cx="2722971" cy="788870"/>
            <a:chOff x="219770" y="857050"/>
            <a:chExt cx="2722971" cy="788870"/>
          </a:xfrm>
        </p:grpSpPr>
        <p:sp>
          <p:nvSpPr>
            <p:cNvPr id="180" name="Rectángulo: esquinas redondeadas 179">
              <a:extLst>
                <a:ext uri="{FF2B5EF4-FFF2-40B4-BE49-F238E27FC236}">
                  <a16:creationId xmlns:a16="http://schemas.microsoft.com/office/drawing/2014/main" id="{8F63B82B-0C4E-FCD3-940B-FAA81469FBDE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900" b="1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Cluster</a:t>
              </a:r>
              <a:endParaRPr lang="es-ES" sz="1050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81" name="Rectángulo: esquinas redondeadas 180">
              <a:extLst>
                <a:ext uri="{FF2B5EF4-FFF2-40B4-BE49-F238E27FC236}">
                  <a16:creationId xmlns:a16="http://schemas.microsoft.com/office/drawing/2014/main" id="{BE278D4A-24FA-5D35-43A3-9C43E496EDC9}"/>
                </a:ext>
              </a:extLst>
            </p:cNvPr>
            <p:cNvSpPr/>
            <p:nvPr/>
          </p:nvSpPr>
          <p:spPr>
            <a:xfrm>
              <a:off x="921532" y="1031724"/>
              <a:ext cx="2021209" cy="614196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8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Conjunto de máquinas virtuales </a:t>
              </a:r>
              <a:r>
                <a:rPr lang="es-ES" sz="8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gestionadas por </a:t>
              </a:r>
              <a:r>
                <a:rPr lang="es-ES" sz="8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Databricks</a:t>
              </a:r>
              <a:r>
                <a:rPr lang="es-ES" sz="8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/Spark para ejecutar trabajos distribuidos.</a:t>
              </a:r>
              <a:endParaRPr lang="es-ES" sz="100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179" name="Elipse 178">
              <a:extLst>
                <a:ext uri="{FF2B5EF4-FFF2-40B4-BE49-F238E27FC236}">
                  <a16:creationId xmlns:a16="http://schemas.microsoft.com/office/drawing/2014/main" id="{B83648DB-2F6F-0F1F-685C-4DA98C98425B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2B5B447-62BC-F5D6-478A-BA45F7552CD0}"/>
              </a:ext>
            </a:extLst>
          </p:cNvPr>
          <p:cNvGrpSpPr/>
          <p:nvPr/>
        </p:nvGrpSpPr>
        <p:grpSpPr>
          <a:xfrm>
            <a:off x="1841138" y="871333"/>
            <a:ext cx="2576875" cy="705082"/>
            <a:chOff x="219770" y="857050"/>
            <a:chExt cx="2576875" cy="70508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628B3E48-562C-D276-9F28-376E730CC796}"/>
                </a:ext>
              </a:extLst>
            </p:cNvPr>
            <p:cNvSpPr/>
            <p:nvPr/>
          </p:nvSpPr>
          <p:spPr>
            <a:xfrm>
              <a:off x="219770" y="900965"/>
              <a:ext cx="762000" cy="245030"/>
            </a:xfrm>
            <a:prstGeom prst="roundRect">
              <a:avLst>
                <a:gd name="adj" fmla="val 50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9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Driver</a:t>
              </a:r>
              <a:endParaRPr lang="es-ES" sz="1050" b="1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6C67CEC6-4AF0-EC32-273D-19794E7D2C2B}"/>
                </a:ext>
              </a:extLst>
            </p:cNvPr>
            <p:cNvSpPr/>
            <p:nvPr/>
          </p:nvSpPr>
          <p:spPr>
            <a:xfrm>
              <a:off x="921533" y="1031724"/>
              <a:ext cx="1875112" cy="530408"/>
            </a:xfrm>
            <a:prstGeom prst="roundRect">
              <a:avLst>
                <a:gd name="adj" fmla="val 8000"/>
              </a:avLst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800" b="1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   Nodo que coordina </a:t>
              </a:r>
              <a:r>
                <a:rPr lang="es-ES" sz="8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el trabajo: planifica, optimiza, crea el DAG y envía tareas a los </a:t>
              </a:r>
              <a:r>
                <a:rPr lang="es-ES" sz="800" dirty="0" err="1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Workers</a:t>
              </a:r>
              <a:r>
                <a:rPr lang="es-ES" sz="800" dirty="0">
                  <a:solidFill>
                    <a:schemeClr val="bg1">
                      <a:lumMod val="50000"/>
                    </a:schemeClr>
                  </a:solidFill>
                  <a:latin typeface="Montserrat" panose="00000500000000000000" pitchFamily="2" charset="0"/>
                </a:rPr>
                <a:t>.</a:t>
              </a:r>
              <a:endParaRPr lang="es-ES" sz="1000" dirty="0">
                <a:solidFill>
                  <a:schemeClr val="bg1">
                    <a:lumMod val="50000"/>
                  </a:schemeClr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3550AB40-E8A4-5C6B-375D-90CE95AC1F06}"/>
                </a:ext>
              </a:extLst>
            </p:cNvPr>
            <p:cNvSpPr/>
            <p:nvPr/>
          </p:nvSpPr>
          <p:spPr>
            <a:xfrm>
              <a:off x="815340" y="857050"/>
              <a:ext cx="332860" cy="332860"/>
            </a:xfrm>
            <a:prstGeom prst="ellipse">
              <a:avLst/>
            </a:prstGeom>
            <a:solidFill>
              <a:srgbClr val="FFFFBD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?</a:t>
              </a:r>
            </a:p>
          </p:txBody>
        </p:sp>
      </p:grpSp>
      <p:sp>
        <p:nvSpPr>
          <p:cNvPr id="8" name="Estrella: 5 puntas 7">
            <a:extLst>
              <a:ext uri="{FF2B5EF4-FFF2-40B4-BE49-F238E27FC236}">
                <a16:creationId xmlns:a16="http://schemas.microsoft.com/office/drawing/2014/main" id="{2CDAB205-DF76-9657-36BB-3F7D85A9838E}"/>
              </a:ext>
            </a:extLst>
          </p:cNvPr>
          <p:cNvSpPr/>
          <p:nvPr/>
        </p:nvSpPr>
        <p:spPr>
          <a:xfrm>
            <a:off x="1884549" y="1252876"/>
            <a:ext cx="151794" cy="129265"/>
          </a:xfrm>
          <a:prstGeom prst="star5">
            <a:avLst/>
          </a:prstGeom>
          <a:solidFill>
            <a:srgbClr val="FFFF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419081E-F8E0-2B48-2E97-D824DA51699E}"/>
              </a:ext>
            </a:extLst>
          </p:cNvPr>
          <p:cNvSpPr txBox="1"/>
          <p:nvPr/>
        </p:nvSpPr>
        <p:spPr>
          <a:xfrm>
            <a:off x="1972726" y="1212034"/>
            <a:ext cx="11296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Montserrat" panose="00000500000000000000" pitchFamily="2" charset="0"/>
              </a:rPr>
              <a:t>Pandas</a:t>
            </a:r>
            <a:endParaRPr lang="es-ES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34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5;g35ee5cc475b_0_54">
            <a:extLst>
              <a:ext uri="{FF2B5EF4-FFF2-40B4-BE49-F238E27FC236}">
                <a16:creationId xmlns:a16="http://schemas.microsoft.com/office/drawing/2014/main" id="{3183DA97-371B-3DF7-6589-FBB4CF28D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2650" y="365125"/>
            <a:ext cx="7886700" cy="543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90000"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s-ES" dirty="0" err="1"/>
              <a:t>Clusters</a:t>
            </a:r>
            <a:r>
              <a:rPr lang="es-ES" dirty="0"/>
              <a:t> </a:t>
            </a:r>
            <a:r>
              <a:rPr lang="es-ES" dirty="0">
                <a:solidFill>
                  <a:schemeClr val="accent1"/>
                </a:solidFill>
              </a:rPr>
              <a:t>| Modos de Acceso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2766D2-CE30-751C-1886-A923D312D55A}"/>
              </a:ext>
            </a:extLst>
          </p:cNvPr>
          <p:cNvSpPr/>
          <p:nvPr/>
        </p:nvSpPr>
        <p:spPr>
          <a:xfrm>
            <a:off x="3283829" y="2030958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/>
              <a:t>Single </a:t>
            </a:r>
            <a:r>
              <a:rPr lang="es-ES" sz="1600" dirty="0" err="1"/>
              <a:t>User</a:t>
            </a:r>
            <a:r>
              <a:rPr lang="es-ES" sz="1600" dirty="0"/>
              <a:t> Access </a:t>
            </a:r>
            <a:r>
              <a:rPr lang="es-ES" sz="1600" dirty="0" err="1"/>
              <a:t>Mode</a:t>
            </a:r>
            <a:endParaRPr lang="es-ES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7DBA92D-13A0-7098-6427-8B4466C669E9}"/>
              </a:ext>
            </a:extLst>
          </p:cNvPr>
          <p:cNvSpPr/>
          <p:nvPr/>
        </p:nvSpPr>
        <p:spPr>
          <a:xfrm>
            <a:off x="4817697" y="2030958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 err="1"/>
              <a:t>Shared</a:t>
            </a:r>
            <a:r>
              <a:rPr lang="es-ES" sz="1600" dirty="0"/>
              <a:t> Access </a:t>
            </a:r>
            <a:r>
              <a:rPr lang="es-ES" sz="1600" dirty="0" err="1"/>
              <a:t>Mode</a:t>
            </a:r>
            <a:endParaRPr lang="es-ES" sz="16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385DA7-D52A-18CF-E270-B7FEB06C0DE6}"/>
              </a:ext>
            </a:extLst>
          </p:cNvPr>
          <p:cNvSpPr/>
          <p:nvPr/>
        </p:nvSpPr>
        <p:spPr>
          <a:xfrm>
            <a:off x="6351565" y="2030958"/>
            <a:ext cx="1301028" cy="139804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s-ES" sz="1600" dirty="0"/>
              <a:t>No </a:t>
            </a:r>
            <a:r>
              <a:rPr lang="es-ES" sz="1600" dirty="0" err="1"/>
              <a:t>Isolation</a:t>
            </a:r>
            <a:r>
              <a:rPr lang="es-ES" sz="1600" dirty="0"/>
              <a:t> </a:t>
            </a:r>
            <a:r>
              <a:rPr lang="es-ES" sz="1600" dirty="0" err="1"/>
              <a:t>Shared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41513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FD379A4-0764-869C-8E20-15D2BEE1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448" y="1690688"/>
            <a:ext cx="5892722" cy="375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32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433</Words>
  <Application>Microsoft Office PowerPoint</Application>
  <PresentationFormat>Panorámica</PresentationFormat>
  <Paragraphs>121</Paragraphs>
  <Slides>11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Montserrat</vt:lpstr>
      <vt:lpstr>Tema de Office</vt:lpstr>
      <vt:lpstr>Presentación de PowerPoint</vt:lpstr>
      <vt:lpstr>Databricks| Fundamentales</vt:lpstr>
      <vt:lpstr>Delta Lake| Data Warehouse</vt:lpstr>
      <vt:lpstr>Delta Lake| Data Lake</vt:lpstr>
      <vt:lpstr>Delta Lake| Data Lakehouse</vt:lpstr>
      <vt:lpstr>Presentación de PowerPoint</vt:lpstr>
      <vt:lpstr>Presentación de PowerPoint</vt:lpstr>
      <vt:lpstr>Presentación de PowerPoint</vt:lpstr>
      <vt:lpstr>Presentación de PowerPoint</vt:lpstr>
      <vt:lpstr>Clusters | Modos de Acceso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Martínez Morales</dc:creator>
  <cp:lastModifiedBy>Javier Martínez Morales</cp:lastModifiedBy>
  <cp:revision>8</cp:revision>
  <dcterms:created xsi:type="dcterms:W3CDTF">2025-11-23T08:17:51Z</dcterms:created>
  <dcterms:modified xsi:type="dcterms:W3CDTF">2025-11-23T19:04:00Z</dcterms:modified>
</cp:coreProperties>
</file>