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6D7258-102D-CFE5-2186-ACE69C047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DDAB80-30AE-B6AA-4161-FA25FC1AF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D67AFE-0F7F-D1C8-E356-129FDA2C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185613-DD29-2893-D4EB-DFA5A765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0EA6B7-918E-2A41-006E-FB0D3B0C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765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69E80-488A-45AF-C918-1FBA12667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96E587-3515-0CFA-378F-2CB10BA34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8B7108-E692-C7D2-8F01-1480D6741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69D635-D51C-634C-B9AF-7A222F0F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9C1DBC-47E6-666C-D582-5191CF494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015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2EF90-1DF0-E81C-253F-1261B3D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363E22-3C8A-F254-9741-C4AB0A9B0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4C12C9-2FC6-A10E-BA8A-9E6F148E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7DA042-B10C-9047-9D25-ED343CA4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CD0C2B-93DB-580E-B96B-7319633A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418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D3779-8590-E984-B0F6-BFD21BB41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30E60E-6130-8591-60B6-934E1C061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51308F-95E8-427F-73D2-B05A359F8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B83EC-4432-5D9B-3605-3FE820B7E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827374-54C5-84B2-9122-3186851F5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1B25C6-0513-F535-E09E-5BC553D5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2726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83285-0212-B248-320A-485E1E47A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6FE5E9-ED0D-F7FA-0BC1-15D61ACFB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985D40-FDF4-1D70-885E-883E07D03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EF336E8-26E7-BF71-5F2B-0B7EC554F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D3F301D-F6A7-D0C8-3824-4E95B35BE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CB32924-1F3E-5BD5-65FC-1FE0AEC5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F208DF4-1279-803B-9623-F6F8F0A0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A8EEC5E-D372-ED60-AF80-550994D3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43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911E9-4D78-87DB-63B4-01483730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721D1C8-4277-04CD-C457-918BF477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4B18AC-67EB-ECB2-7F7D-1D1FA2867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D5818C-00D5-3007-E1ED-857373BE8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49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D3E0F9-DBC4-A505-54C0-4FCCD99C2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46B989F-B213-D935-1E87-92CDF352C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F40E8E-FEEE-65C6-774D-2A804BFD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78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6BA9A-1BAE-E28E-F752-BD4E32FE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5D5F6B-DD03-B8B1-F30C-E981F2722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1268F7-D352-5180-33C7-963221119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2DA3C2-365D-1829-EEF8-F650220A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5126BC-061F-4DCC-ACBC-3CE75035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26EACB-B761-470D-6BBB-D5273A302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7671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C9B61-92CA-C144-2931-00D7C4F18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E021B19-32FA-142B-7D1E-987222041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4C0DD0-DDB1-9858-8CE1-23AD18C34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7B6DF1-B7E2-9DD9-FBE7-503972B1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940DAB-086C-D04B-0718-9C4CF738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8A2EAA-FB9F-D564-541A-F7F6A2D93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2738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55F1C-D83B-A173-C992-8D6C34CDB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3CB58A-5258-33F1-9851-F24F69D22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3986FA-AB75-0ABB-468D-D0AE49B2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668216-F570-CF06-45F9-C7FC80C2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9692C5-65DC-2682-6662-88804FF22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787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486900-B880-3C49-EA9F-5577C6DF9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1A7B03-EE28-950B-7A28-3167C98C1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1B2BFC-EC31-94C7-8E1F-BA19BCA2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1BD-9202-4205-86C5-14E39C7A16C1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F8F44D-28E8-2C56-C48A-33236A3E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944825-2E1A-32DD-3C46-DE60E994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4829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2533389-31A5-A42A-DF46-6BD01728D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01D9B9-2C62-C479-9115-9ED87CD98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C4C6EE-7907-98BC-B3B0-17FB7E879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AD1BD-9202-4205-86C5-14E39C7A16C1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706731-60C2-5C78-20D2-39429FE5D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B729D9-3535-3D6F-36FF-72F3AF85E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C5EA8-0545-4E06-8DB6-89C088BD54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7349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FAFB7-216C-5753-F7AE-31B126DC69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73FD08-AAA6-501A-AE49-A6C61F6C41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44848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Martínez Morales</dc:creator>
  <cp:lastModifiedBy>Javier Martínez Morales</cp:lastModifiedBy>
  <cp:revision>1</cp:revision>
  <dcterms:created xsi:type="dcterms:W3CDTF">2025-11-25T17:03:24Z</dcterms:created>
  <dcterms:modified xsi:type="dcterms:W3CDTF">2025-11-25T17:54:25Z</dcterms:modified>
</cp:coreProperties>
</file>